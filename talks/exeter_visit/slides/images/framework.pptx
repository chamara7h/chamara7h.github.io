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6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1784B7-FBB3-5447-93F9-730BA1C961AC}" type="doc">
      <dgm:prSet loTypeId="urn:microsoft.com/office/officeart/2005/8/layout/process1" loCatId="" qsTypeId="urn:microsoft.com/office/officeart/2005/8/quickstyle/simple1" qsCatId="simple" csTypeId="urn:microsoft.com/office/officeart/2005/8/colors/accent0_1" csCatId="mainScheme" phldr="1"/>
      <dgm:spPr/>
    </dgm:pt>
    <dgm:pt modelId="{62926ED1-5476-E84F-9682-5C2443839EAB}">
      <dgm:prSet phldrT="[Text]" custT="1"/>
      <dgm:spPr/>
      <dgm:t>
        <a:bodyPr/>
        <a:lstStyle/>
        <a:p>
          <a:r>
            <a:rPr lang="en-GB" sz="800" b="1"/>
            <a:t>3. Establishing criteria of value*</a:t>
          </a:r>
        </a:p>
        <a:p>
          <a:r>
            <a:rPr lang="en-GB" sz="800"/>
            <a:t>On what dimensions must the evaluand do well?</a:t>
          </a:r>
        </a:p>
      </dgm:t>
    </dgm:pt>
    <dgm:pt modelId="{F1F7A7A3-1773-B240-BE79-47FE5E201D63}" type="parTrans" cxnId="{54857CAE-8F43-DC46-97B9-24B7370A37F9}">
      <dgm:prSet/>
      <dgm:spPr/>
      <dgm:t>
        <a:bodyPr/>
        <a:lstStyle/>
        <a:p>
          <a:endParaRPr lang="en-GB" sz="800"/>
        </a:p>
      </dgm:t>
    </dgm:pt>
    <dgm:pt modelId="{EC4C9CAB-D47D-504A-B636-73AFF0D2AADC}" type="sibTrans" cxnId="{54857CAE-8F43-DC46-97B9-24B7370A37F9}">
      <dgm:prSet custT="1"/>
      <dgm:spPr/>
      <dgm:t>
        <a:bodyPr/>
        <a:lstStyle/>
        <a:p>
          <a:endParaRPr lang="en-GB" sz="800"/>
        </a:p>
      </dgm:t>
    </dgm:pt>
    <dgm:pt modelId="{52678C9E-A8D9-734D-B940-18BC85A550B2}">
      <dgm:prSet phldrT="[Text]" custT="1"/>
      <dgm:spPr/>
      <dgm:t>
        <a:bodyPr/>
        <a:lstStyle/>
        <a:p>
          <a:r>
            <a:rPr lang="en-GB" sz="800" b="1"/>
            <a:t>4. Constructing standards of value</a:t>
          </a:r>
        </a:p>
        <a:p>
          <a:r>
            <a:rPr lang="en-GB" sz="800"/>
            <a:t>How well should the evaluand perform?</a:t>
          </a:r>
        </a:p>
      </dgm:t>
    </dgm:pt>
    <dgm:pt modelId="{CF6F95B9-1BD3-F34E-B857-2CC071FD023E}" type="parTrans" cxnId="{7FDDB84C-F3CE-D741-ACB0-819FA24CAE4D}">
      <dgm:prSet/>
      <dgm:spPr/>
      <dgm:t>
        <a:bodyPr/>
        <a:lstStyle/>
        <a:p>
          <a:endParaRPr lang="en-GB" sz="800"/>
        </a:p>
      </dgm:t>
    </dgm:pt>
    <dgm:pt modelId="{0BC27954-169F-BD4E-9B92-4FB711206E60}" type="sibTrans" cxnId="{7FDDB84C-F3CE-D741-ACB0-819FA24CAE4D}">
      <dgm:prSet custT="1"/>
      <dgm:spPr/>
      <dgm:t>
        <a:bodyPr/>
        <a:lstStyle/>
        <a:p>
          <a:endParaRPr lang="en-GB" sz="800"/>
        </a:p>
      </dgm:t>
    </dgm:pt>
    <dgm:pt modelId="{7BC8A186-082A-9141-8F23-1E9BB37ECFCD}">
      <dgm:prSet phldrT="[Text]" custT="1"/>
      <dgm:spPr/>
      <dgm:t>
        <a:bodyPr/>
        <a:lstStyle/>
        <a:p>
          <a:r>
            <a:rPr lang="en-GB" sz="800" b="1"/>
            <a:t>5. Measuring performance and comparing with standards</a:t>
          </a:r>
        </a:p>
        <a:p>
          <a:r>
            <a:rPr lang="en-GB" sz="800"/>
            <a:t>How well did the evaluand perform?</a:t>
          </a:r>
        </a:p>
      </dgm:t>
    </dgm:pt>
    <dgm:pt modelId="{F6570C0C-154A-8341-8EE2-6D299A80623A}" type="parTrans" cxnId="{54CDCBBD-EE45-3A48-B1C3-BECEFAAACB40}">
      <dgm:prSet/>
      <dgm:spPr/>
      <dgm:t>
        <a:bodyPr/>
        <a:lstStyle/>
        <a:p>
          <a:endParaRPr lang="en-GB" sz="800"/>
        </a:p>
      </dgm:t>
    </dgm:pt>
    <dgm:pt modelId="{03B38611-2216-7B48-8061-3388B60D7705}" type="sibTrans" cxnId="{54CDCBBD-EE45-3A48-B1C3-BECEFAAACB40}">
      <dgm:prSet custT="1"/>
      <dgm:spPr/>
      <dgm:t>
        <a:bodyPr/>
        <a:lstStyle/>
        <a:p>
          <a:endParaRPr lang="en-GB" sz="800"/>
        </a:p>
      </dgm:t>
    </dgm:pt>
    <dgm:pt modelId="{96A4286C-C441-8D46-9F38-044D05BA18EE}">
      <dgm:prSet phldrT="[Text]" custT="1"/>
      <dgm:spPr/>
      <dgm:t>
        <a:bodyPr/>
        <a:lstStyle/>
        <a:p>
          <a:r>
            <a:rPr lang="en-GB" sz="800" b="1"/>
            <a:t>6. Synthesising and integrating evidence into judgement of value</a:t>
          </a:r>
        </a:p>
        <a:p>
          <a:r>
            <a:rPr lang="en-GB" sz="800"/>
            <a:t>What is the value of the evaluand?</a:t>
          </a:r>
        </a:p>
      </dgm:t>
    </dgm:pt>
    <dgm:pt modelId="{074D7B4C-F74F-2B43-94E6-0EA950E2F6EA}" type="parTrans" cxnId="{1F9DE06C-80F6-9B42-A097-E4B2EF404861}">
      <dgm:prSet/>
      <dgm:spPr/>
      <dgm:t>
        <a:bodyPr/>
        <a:lstStyle/>
        <a:p>
          <a:endParaRPr lang="en-GB" sz="800"/>
        </a:p>
      </dgm:t>
    </dgm:pt>
    <dgm:pt modelId="{1589AE8E-C174-C445-9999-A1F2B6CB4682}" type="sibTrans" cxnId="{1F9DE06C-80F6-9B42-A097-E4B2EF404861}">
      <dgm:prSet/>
      <dgm:spPr/>
      <dgm:t>
        <a:bodyPr/>
        <a:lstStyle/>
        <a:p>
          <a:endParaRPr lang="en-GB" sz="800"/>
        </a:p>
      </dgm:t>
    </dgm:pt>
    <dgm:pt modelId="{7D9C05AB-B9E0-754C-BB83-F50DC2C02134}">
      <dgm:prSet phldrT="[Text]" custT="1"/>
      <dgm:spPr/>
      <dgm:t>
        <a:bodyPr/>
        <a:lstStyle/>
        <a:p>
          <a:r>
            <a:rPr lang="en-GB" sz="800" b="1" dirty="0"/>
            <a:t>1. Defining the evaluand</a:t>
          </a:r>
        </a:p>
        <a:p>
          <a:r>
            <a:rPr lang="en-AU" sz="800" dirty="0"/>
            <a:t>What is the phenomenon to be judged?</a:t>
          </a:r>
        </a:p>
      </dgm:t>
    </dgm:pt>
    <dgm:pt modelId="{3A6B55E5-9887-9A4B-9BAA-F0B6B97F9F95}" type="parTrans" cxnId="{6F5129CC-1429-2647-AA31-5176884527AC}">
      <dgm:prSet/>
      <dgm:spPr/>
      <dgm:t>
        <a:bodyPr/>
        <a:lstStyle/>
        <a:p>
          <a:endParaRPr lang="en-GB" sz="800"/>
        </a:p>
      </dgm:t>
    </dgm:pt>
    <dgm:pt modelId="{C0877AAE-3F37-C647-A709-CCF5ADE209FA}" type="sibTrans" cxnId="{6F5129CC-1429-2647-AA31-5176884527AC}">
      <dgm:prSet custT="1"/>
      <dgm:spPr/>
      <dgm:t>
        <a:bodyPr/>
        <a:lstStyle/>
        <a:p>
          <a:endParaRPr lang="en-GB" sz="800"/>
        </a:p>
      </dgm:t>
    </dgm:pt>
    <dgm:pt modelId="{7328E4B0-60D4-0C4F-9E01-2DBC10C38B3A}">
      <dgm:prSet phldrT="[Text]" custT="1"/>
      <dgm:spPr/>
      <dgm:t>
        <a:bodyPr/>
        <a:lstStyle/>
        <a:p>
          <a:r>
            <a:rPr lang="en-GB" sz="800" b="1"/>
            <a:t>2. Explaining the purpose of the evaluation*</a:t>
          </a:r>
        </a:p>
        <a:p>
          <a:r>
            <a:rPr lang="en-AU" sz="800"/>
            <a:t>Who is going to determine the value of the evaluand and why?</a:t>
          </a:r>
          <a:endParaRPr lang="en-GB" sz="800"/>
        </a:p>
      </dgm:t>
    </dgm:pt>
    <dgm:pt modelId="{41C2191C-FAEC-2640-BB43-6A7B20BD249A}" type="parTrans" cxnId="{4B2892F0-A514-134A-AD1E-2745542DC2EF}">
      <dgm:prSet/>
      <dgm:spPr/>
      <dgm:t>
        <a:bodyPr/>
        <a:lstStyle/>
        <a:p>
          <a:endParaRPr lang="en-GB" sz="800"/>
        </a:p>
      </dgm:t>
    </dgm:pt>
    <dgm:pt modelId="{06C86A01-B22D-2147-8132-06519CE4CE3F}" type="sibTrans" cxnId="{4B2892F0-A514-134A-AD1E-2745542DC2EF}">
      <dgm:prSet custT="1"/>
      <dgm:spPr/>
      <dgm:t>
        <a:bodyPr/>
        <a:lstStyle/>
        <a:p>
          <a:endParaRPr lang="en-GB" sz="800"/>
        </a:p>
      </dgm:t>
    </dgm:pt>
    <dgm:pt modelId="{04D4EEB4-037B-6449-B7E8-BEE04F509DA6}" type="pres">
      <dgm:prSet presAssocID="{7B1784B7-FBB3-5447-93F9-730BA1C961AC}" presName="Name0" presStyleCnt="0">
        <dgm:presLayoutVars>
          <dgm:dir/>
          <dgm:resizeHandles val="exact"/>
        </dgm:presLayoutVars>
      </dgm:prSet>
      <dgm:spPr/>
    </dgm:pt>
    <dgm:pt modelId="{A0D6349D-8AE3-7046-ABAE-50B908131A49}" type="pres">
      <dgm:prSet presAssocID="{7D9C05AB-B9E0-754C-BB83-F50DC2C02134}" presName="node" presStyleLbl="node1" presStyleIdx="0" presStyleCnt="6">
        <dgm:presLayoutVars>
          <dgm:bulletEnabled val="1"/>
        </dgm:presLayoutVars>
      </dgm:prSet>
      <dgm:spPr/>
    </dgm:pt>
    <dgm:pt modelId="{BE8EC203-ADA8-D249-B685-5D5268B624F8}" type="pres">
      <dgm:prSet presAssocID="{C0877AAE-3F37-C647-A709-CCF5ADE209FA}" presName="sibTrans" presStyleLbl="sibTrans2D1" presStyleIdx="0" presStyleCnt="5"/>
      <dgm:spPr/>
    </dgm:pt>
    <dgm:pt modelId="{93D98EF4-FE52-7A45-A640-9F7ED9D90ABC}" type="pres">
      <dgm:prSet presAssocID="{C0877AAE-3F37-C647-A709-CCF5ADE209FA}" presName="connectorText" presStyleLbl="sibTrans2D1" presStyleIdx="0" presStyleCnt="5"/>
      <dgm:spPr/>
    </dgm:pt>
    <dgm:pt modelId="{9C8766FD-A6C5-0D40-A58D-BF7936431FEC}" type="pres">
      <dgm:prSet presAssocID="{7328E4B0-60D4-0C4F-9E01-2DBC10C38B3A}" presName="node" presStyleLbl="node1" presStyleIdx="1" presStyleCnt="6">
        <dgm:presLayoutVars>
          <dgm:bulletEnabled val="1"/>
        </dgm:presLayoutVars>
      </dgm:prSet>
      <dgm:spPr/>
    </dgm:pt>
    <dgm:pt modelId="{C0BADB03-6D37-DB46-8515-700E1FD7F9D8}" type="pres">
      <dgm:prSet presAssocID="{06C86A01-B22D-2147-8132-06519CE4CE3F}" presName="sibTrans" presStyleLbl="sibTrans2D1" presStyleIdx="1" presStyleCnt="5"/>
      <dgm:spPr/>
    </dgm:pt>
    <dgm:pt modelId="{EA40A8E3-A5E0-4E48-A9FC-F444CEDD9B35}" type="pres">
      <dgm:prSet presAssocID="{06C86A01-B22D-2147-8132-06519CE4CE3F}" presName="connectorText" presStyleLbl="sibTrans2D1" presStyleIdx="1" presStyleCnt="5"/>
      <dgm:spPr/>
    </dgm:pt>
    <dgm:pt modelId="{4FA6DA71-6B75-2349-ACA0-831DEFEB5F82}" type="pres">
      <dgm:prSet presAssocID="{62926ED1-5476-E84F-9682-5C2443839EAB}" presName="node" presStyleLbl="node1" presStyleIdx="2" presStyleCnt="6">
        <dgm:presLayoutVars>
          <dgm:bulletEnabled val="1"/>
        </dgm:presLayoutVars>
      </dgm:prSet>
      <dgm:spPr/>
    </dgm:pt>
    <dgm:pt modelId="{D93E81EF-59F1-414E-B808-D02909CAA237}" type="pres">
      <dgm:prSet presAssocID="{EC4C9CAB-D47D-504A-B636-73AFF0D2AADC}" presName="sibTrans" presStyleLbl="sibTrans2D1" presStyleIdx="2" presStyleCnt="5"/>
      <dgm:spPr/>
    </dgm:pt>
    <dgm:pt modelId="{261119B9-61A9-4D4F-B0D4-00CC2AA0B6E1}" type="pres">
      <dgm:prSet presAssocID="{EC4C9CAB-D47D-504A-B636-73AFF0D2AADC}" presName="connectorText" presStyleLbl="sibTrans2D1" presStyleIdx="2" presStyleCnt="5"/>
      <dgm:spPr/>
    </dgm:pt>
    <dgm:pt modelId="{CA5B31E2-F2AB-524C-8A50-018206897C66}" type="pres">
      <dgm:prSet presAssocID="{52678C9E-A8D9-734D-B940-18BC85A550B2}" presName="node" presStyleLbl="node1" presStyleIdx="3" presStyleCnt="6">
        <dgm:presLayoutVars>
          <dgm:bulletEnabled val="1"/>
        </dgm:presLayoutVars>
      </dgm:prSet>
      <dgm:spPr/>
    </dgm:pt>
    <dgm:pt modelId="{0CE6F891-E6E8-4D48-9F9B-5C2531446F8E}" type="pres">
      <dgm:prSet presAssocID="{0BC27954-169F-BD4E-9B92-4FB711206E60}" presName="sibTrans" presStyleLbl="sibTrans2D1" presStyleIdx="3" presStyleCnt="5"/>
      <dgm:spPr/>
    </dgm:pt>
    <dgm:pt modelId="{03D1B870-61C3-DC4A-B559-341F9874B1FC}" type="pres">
      <dgm:prSet presAssocID="{0BC27954-169F-BD4E-9B92-4FB711206E60}" presName="connectorText" presStyleLbl="sibTrans2D1" presStyleIdx="3" presStyleCnt="5"/>
      <dgm:spPr/>
    </dgm:pt>
    <dgm:pt modelId="{6D74BB38-2628-084A-BAF8-E00DE6F71EDB}" type="pres">
      <dgm:prSet presAssocID="{7BC8A186-082A-9141-8F23-1E9BB37ECFCD}" presName="node" presStyleLbl="node1" presStyleIdx="4" presStyleCnt="6">
        <dgm:presLayoutVars>
          <dgm:bulletEnabled val="1"/>
        </dgm:presLayoutVars>
      </dgm:prSet>
      <dgm:spPr/>
    </dgm:pt>
    <dgm:pt modelId="{288C7A3C-96B5-C84A-A2FC-82354A9F71AD}" type="pres">
      <dgm:prSet presAssocID="{03B38611-2216-7B48-8061-3388B60D7705}" presName="sibTrans" presStyleLbl="sibTrans2D1" presStyleIdx="4" presStyleCnt="5"/>
      <dgm:spPr/>
    </dgm:pt>
    <dgm:pt modelId="{DA8DC247-D06B-3B46-9E2F-0CBA011D0879}" type="pres">
      <dgm:prSet presAssocID="{03B38611-2216-7B48-8061-3388B60D7705}" presName="connectorText" presStyleLbl="sibTrans2D1" presStyleIdx="4" presStyleCnt="5"/>
      <dgm:spPr/>
    </dgm:pt>
    <dgm:pt modelId="{EDBCEE82-7853-9C40-8AAB-D83A8E58829C}" type="pres">
      <dgm:prSet presAssocID="{96A4286C-C441-8D46-9F38-044D05BA18EE}" presName="node" presStyleLbl="node1" presStyleIdx="5" presStyleCnt="6">
        <dgm:presLayoutVars>
          <dgm:bulletEnabled val="1"/>
        </dgm:presLayoutVars>
      </dgm:prSet>
      <dgm:spPr/>
    </dgm:pt>
  </dgm:ptLst>
  <dgm:cxnLst>
    <dgm:cxn modelId="{0227D90F-8473-8F49-8B18-94050A8FE624}" type="presOf" srcId="{52678C9E-A8D9-734D-B940-18BC85A550B2}" destId="{CA5B31E2-F2AB-524C-8A50-018206897C66}" srcOrd="0" destOrd="0" presId="urn:microsoft.com/office/officeart/2005/8/layout/process1"/>
    <dgm:cxn modelId="{973FE714-3E6E-DE42-8817-6F0956045C4C}" type="presOf" srcId="{03B38611-2216-7B48-8061-3388B60D7705}" destId="{288C7A3C-96B5-C84A-A2FC-82354A9F71AD}" srcOrd="0" destOrd="0" presId="urn:microsoft.com/office/officeart/2005/8/layout/process1"/>
    <dgm:cxn modelId="{CE5C1E1A-5498-9E4C-AB3C-E6826CE265DC}" type="presOf" srcId="{03B38611-2216-7B48-8061-3388B60D7705}" destId="{DA8DC247-D06B-3B46-9E2F-0CBA011D0879}" srcOrd="1" destOrd="0" presId="urn:microsoft.com/office/officeart/2005/8/layout/process1"/>
    <dgm:cxn modelId="{8C528F2B-49BA-0E45-99EB-C45A6AA1125A}" type="presOf" srcId="{C0877AAE-3F37-C647-A709-CCF5ADE209FA}" destId="{93D98EF4-FE52-7A45-A640-9F7ED9D90ABC}" srcOrd="1" destOrd="0" presId="urn:microsoft.com/office/officeart/2005/8/layout/process1"/>
    <dgm:cxn modelId="{7FDDB84C-F3CE-D741-ACB0-819FA24CAE4D}" srcId="{7B1784B7-FBB3-5447-93F9-730BA1C961AC}" destId="{52678C9E-A8D9-734D-B940-18BC85A550B2}" srcOrd="3" destOrd="0" parTransId="{CF6F95B9-1BD3-F34E-B857-2CC071FD023E}" sibTransId="{0BC27954-169F-BD4E-9B92-4FB711206E60}"/>
    <dgm:cxn modelId="{1F9DE06C-80F6-9B42-A097-E4B2EF404861}" srcId="{7B1784B7-FBB3-5447-93F9-730BA1C961AC}" destId="{96A4286C-C441-8D46-9F38-044D05BA18EE}" srcOrd="5" destOrd="0" parTransId="{074D7B4C-F74F-2B43-94E6-0EA950E2F6EA}" sibTransId="{1589AE8E-C174-C445-9999-A1F2B6CB4682}"/>
    <dgm:cxn modelId="{3AA5F84D-5B18-DF44-BAA1-1CD911003BC3}" type="presOf" srcId="{7328E4B0-60D4-0C4F-9E01-2DBC10C38B3A}" destId="{9C8766FD-A6C5-0D40-A58D-BF7936431FEC}" srcOrd="0" destOrd="0" presId="urn:microsoft.com/office/officeart/2005/8/layout/process1"/>
    <dgm:cxn modelId="{9525995A-624D-2541-89ED-3FF8AB951577}" type="presOf" srcId="{0BC27954-169F-BD4E-9B92-4FB711206E60}" destId="{0CE6F891-E6E8-4D48-9F9B-5C2531446F8E}" srcOrd="0" destOrd="0" presId="urn:microsoft.com/office/officeart/2005/8/layout/process1"/>
    <dgm:cxn modelId="{649BB882-C649-EC4E-B145-19D4B67F0DAF}" type="presOf" srcId="{0BC27954-169F-BD4E-9B92-4FB711206E60}" destId="{03D1B870-61C3-DC4A-B559-341F9874B1FC}" srcOrd="1" destOrd="0" presId="urn:microsoft.com/office/officeart/2005/8/layout/process1"/>
    <dgm:cxn modelId="{178A5B96-B31A-F747-8ABD-E73791FA16C0}" type="presOf" srcId="{EC4C9CAB-D47D-504A-B636-73AFF0D2AADC}" destId="{261119B9-61A9-4D4F-B0D4-00CC2AA0B6E1}" srcOrd="1" destOrd="0" presId="urn:microsoft.com/office/officeart/2005/8/layout/process1"/>
    <dgm:cxn modelId="{A4487597-D9F0-CB4D-97BC-6451098B161E}" type="presOf" srcId="{06C86A01-B22D-2147-8132-06519CE4CE3F}" destId="{C0BADB03-6D37-DB46-8515-700E1FD7F9D8}" srcOrd="0" destOrd="0" presId="urn:microsoft.com/office/officeart/2005/8/layout/process1"/>
    <dgm:cxn modelId="{C1301C98-E5D9-5B41-9EDB-CEAFD91EF9DE}" type="presOf" srcId="{06C86A01-B22D-2147-8132-06519CE4CE3F}" destId="{EA40A8E3-A5E0-4E48-A9FC-F444CEDD9B35}" srcOrd="1" destOrd="0" presId="urn:microsoft.com/office/officeart/2005/8/layout/process1"/>
    <dgm:cxn modelId="{BE120A9D-1489-1D46-8D2C-E667BFE4D1AA}" type="presOf" srcId="{96A4286C-C441-8D46-9F38-044D05BA18EE}" destId="{EDBCEE82-7853-9C40-8AAB-D83A8E58829C}" srcOrd="0" destOrd="0" presId="urn:microsoft.com/office/officeart/2005/8/layout/process1"/>
    <dgm:cxn modelId="{54857CAE-8F43-DC46-97B9-24B7370A37F9}" srcId="{7B1784B7-FBB3-5447-93F9-730BA1C961AC}" destId="{62926ED1-5476-E84F-9682-5C2443839EAB}" srcOrd="2" destOrd="0" parTransId="{F1F7A7A3-1773-B240-BE79-47FE5E201D63}" sibTransId="{EC4C9CAB-D47D-504A-B636-73AFF0D2AADC}"/>
    <dgm:cxn modelId="{54CDCBBD-EE45-3A48-B1C3-BECEFAAACB40}" srcId="{7B1784B7-FBB3-5447-93F9-730BA1C961AC}" destId="{7BC8A186-082A-9141-8F23-1E9BB37ECFCD}" srcOrd="4" destOrd="0" parTransId="{F6570C0C-154A-8341-8EE2-6D299A80623A}" sibTransId="{03B38611-2216-7B48-8061-3388B60D7705}"/>
    <dgm:cxn modelId="{6F5129CC-1429-2647-AA31-5176884527AC}" srcId="{7B1784B7-FBB3-5447-93F9-730BA1C961AC}" destId="{7D9C05AB-B9E0-754C-BB83-F50DC2C02134}" srcOrd="0" destOrd="0" parTransId="{3A6B55E5-9887-9A4B-9BAA-F0B6B97F9F95}" sibTransId="{C0877AAE-3F37-C647-A709-CCF5ADE209FA}"/>
    <dgm:cxn modelId="{4DDEBED1-6A67-0E44-86F2-6B76AE3CA4C8}" type="presOf" srcId="{7B1784B7-FBB3-5447-93F9-730BA1C961AC}" destId="{04D4EEB4-037B-6449-B7E8-BEE04F509DA6}" srcOrd="0" destOrd="0" presId="urn:microsoft.com/office/officeart/2005/8/layout/process1"/>
    <dgm:cxn modelId="{4DD01DDA-BBAF-494C-8766-99F6A995C402}" type="presOf" srcId="{7D9C05AB-B9E0-754C-BB83-F50DC2C02134}" destId="{A0D6349D-8AE3-7046-ABAE-50B908131A49}" srcOrd="0" destOrd="0" presId="urn:microsoft.com/office/officeart/2005/8/layout/process1"/>
    <dgm:cxn modelId="{4B2892F0-A514-134A-AD1E-2745542DC2EF}" srcId="{7B1784B7-FBB3-5447-93F9-730BA1C961AC}" destId="{7328E4B0-60D4-0C4F-9E01-2DBC10C38B3A}" srcOrd="1" destOrd="0" parTransId="{41C2191C-FAEC-2640-BB43-6A7B20BD249A}" sibTransId="{06C86A01-B22D-2147-8132-06519CE4CE3F}"/>
    <dgm:cxn modelId="{1B4E41F2-AC50-9041-A586-F982EC2FFED1}" type="presOf" srcId="{62926ED1-5476-E84F-9682-5C2443839EAB}" destId="{4FA6DA71-6B75-2349-ACA0-831DEFEB5F82}" srcOrd="0" destOrd="0" presId="urn:microsoft.com/office/officeart/2005/8/layout/process1"/>
    <dgm:cxn modelId="{08F9D9F2-F53A-BD45-BE88-6504AEDD3E70}" type="presOf" srcId="{7BC8A186-082A-9141-8F23-1E9BB37ECFCD}" destId="{6D74BB38-2628-084A-BAF8-E00DE6F71EDB}" srcOrd="0" destOrd="0" presId="urn:microsoft.com/office/officeart/2005/8/layout/process1"/>
    <dgm:cxn modelId="{C4D866F8-D0D9-AB47-B05D-49B3D5D3A242}" type="presOf" srcId="{C0877AAE-3F37-C647-A709-CCF5ADE209FA}" destId="{BE8EC203-ADA8-D249-B685-5D5268B624F8}" srcOrd="0" destOrd="0" presId="urn:microsoft.com/office/officeart/2005/8/layout/process1"/>
    <dgm:cxn modelId="{460252FE-A1B3-324D-9AB8-ABBE493A0705}" type="presOf" srcId="{EC4C9CAB-D47D-504A-B636-73AFF0D2AADC}" destId="{D93E81EF-59F1-414E-B808-D02909CAA237}" srcOrd="0" destOrd="0" presId="urn:microsoft.com/office/officeart/2005/8/layout/process1"/>
    <dgm:cxn modelId="{D59AF2D2-29BD-644A-8C1F-43052FA603C1}" type="presParOf" srcId="{04D4EEB4-037B-6449-B7E8-BEE04F509DA6}" destId="{A0D6349D-8AE3-7046-ABAE-50B908131A49}" srcOrd="0" destOrd="0" presId="urn:microsoft.com/office/officeart/2005/8/layout/process1"/>
    <dgm:cxn modelId="{55C74F10-080B-144C-9D99-BA78EAA82761}" type="presParOf" srcId="{04D4EEB4-037B-6449-B7E8-BEE04F509DA6}" destId="{BE8EC203-ADA8-D249-B685-5D5268B624F8}" srcOrd="1" destOrd="0" presId="urn:microsoft.com/office/officeart/2005/8/layout/process1"/>
    <dgm:cxn modelId="{2E8F6BE6-E329-794D-B062-8FBBDCEA70F1}" type="presParOf" srcId="{BE8EC203-ADA8-D249-B685-5D5268B624F8}" destId="{93D98EF4-FE52-7A45-A640-9F7ED9D90ABC}" srcOrd="0" destOrd="0" presId="urn:microsoft.com/office/officeart/2005/8/layout/process1"/>
    <dgm:cxn modelId="{CC97904D-5516-7649-825B-84A1E96EC3A6}" type="presParOf" srcId="{04D4EEB4-037B-6449-B7E8-BEE04F509DA6}" destId="{9C8766FD-A6C5-0D40-A58D-BF7936431FEC}" srcOrd="2" destOrd="0" presId="urn:microsoft.com/office/officeart/2005/8/layout/process1"/>
    <dgm:cxn modelId="{C65F16F8-762E-9941-BC2C-24C6BA9A8FFA}" type="presParOf" srcId="{04D4EEB4-037B-6449-B7E8-BEE04F509DA6}" destId="{C0BADB03-6D37-DB46-8515-700E1FD7F9D8}" srcOrd="3" destOrd="0" presId="urn:microsoft.com/office/officeart/2005/8/layout/process1"/>
    <dgm:cxn modelId="{4C84903D-54DF-5E4E-BF03-737B8F34EECB}" type="presParOf" srcId="{C0BADB03-6D37-DB46-8515-700E1FD7F9D8}" destId="{EA40A8E3-A5E0-4E48-A9FC-F444CEDD9B35}" srcOrd="0" destOrd="0" presId="urn:microsoft.com/office/officeart/2005/8/layout/process1"/>
    <dgm:cxn modelId="{8F92D270-F4C4-3343-956D-079CCB5E68D8}" type="presParOf" srcId="{04D4EEB4-037B-6449-B7E8-BEE04F509DA6}" destId="{4FA6DA71-6B75-2349-ACA0-831DEFEB5F82}" srcOrd="4" destOrd="0" presId="urn:microsoft.com/office/officeart/2005/8/layout/process1"/>
    <dgm:cxn modelId="{7CEF7D4F-5427-0B43-B26B-D22ACB88D245}" type="presParOf" srcId="{04D4EEB4-037B-6449-B7E8-BEE04F509DA6}" destId="{D93E81EF-59F1-414E-B808-D02909CAA237}" srcOrd="5" destOrd="0" presId="urn:microsoft.com/office/officeart/2005/8/layout/process1"/>
    <dgm:cxn modelId="{AFC6E04A-3E22-BB41-B13E-457EA3DF2617}" type="presParOf" srcId="{D93E81EF-59F1-414E-B808-D02909CAA237}" destId="{261119B9-61A9-4D4F-B0D4-00CC2AA0B6E1}" srcOrd="0" destOrd="0" presId="urn:microsoft.com/office/officeart/2005/8/layout/process1"/>
    <dgm:cxn modelId="{728EE177-C5FE-A541-A633-0D632D82BCC5}" type="presParOf" srcId="{04D4EEB4-037B-6449-B7E8-BEE04F509DA6}" destId="{CA5B31E2-F2AB-524C-8A50-018206897C66}" srcOrd="6" destOrd="0" presId="urn:microsoft.com/office/officeart/2005/8/layout/process1"/>
    <dgm:cxn modelId="{7DB0755B-174F-FC49-ACF5-4FFD0255BB23}" type="presParOf" srcId="{04D4EEB4-037B-6449-B7E8-BEE04F509DA6}" destId="{0CE6F891-E6E8-4D48-9F9B-5C2531446F8E}" srcOrd="7" destOrd="0" presId="urn:microsoft.com/office/officeart/2005/8/layout/process1"/>
    <dgm:cxn modelId="{0421C2B1-5B0F-C94D-B22F-CA4763012AF4}" type="presParOf" srcId="{0CE6F891-E6E8-4D48-9F9B-5C2531446F8E}" destId="{03D1B870-61C3-DC4A-B559-341F9874B1FC}" srcOrd="0" destOrd="0" presId="urn:microsoft.com/office/officeart/2005/8/layout/process1"/>
    <dgm:cxn modelId="{9FB3C8AC-E2E5-A247-8E3B-C400C35B4BDD}" type="presParOf" srcId="{04D4EEB4-037B-6449-B7E8-BEE04F509DA6}" destId="{6D74BB38-2628-084A-BAF8-E00DE6F71EDB}" srcOrd="8" destOrd="0" presId="urn:microsoft.com/office/officeart/2005/8/layout/process1"/>
    <dgm:cxn modelId="{A12EEF84-316B-A543-B150-F354FCCFE95C}" type="presParOf" srcId="{04D4EEB4-037B-6449-B7E8-BEE04F509DA6}" destId="{288C7A3C-96B5-C84A-A2FC-82354A9F71AD}" srcOrd="9" destOrd="0" presId="urn:microsoft.com/office/officeart/2005/8/layout/process1"/>
    <dgm:cxn modelId="{7450E9DF-15A8-7442-AE5F-BE25C235789F}" type="presParOf" srcId="{288C7A3C-96B5-C84A-A2FC-82354A9F71AD}" destId="{DA8DC247-D06B-3B46-9E2F-0CBA011D0879}" srcOrd="0" destOrd="0" presId="urn:microsoft.com/office/officeart/2005/8/layout/process1"/>
    <dgm:cxn modelId="{43251D23-1AC5-CF40-96DD-FC5B1A8F352B}" type="presParOf" srcId="{04D4EEB4-037B-6449-B7E8-BEE04F509DA6}" destId="{EDBCEE82-7853-9C40-8AAB-D83A8E58829C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1FF278C-B213-0846-A4B2-909C3D38A7EB}" type="doc">
      <dgm:prSet loTypeId="urn:microsoft.com/office/officeart/2005/8/layout/process1" loCatId="" qsTypeId="urn:microsoft.com/office/officeart/2005/8/quickstyle/simple1" qsCatId="simple" csTypeId="urn:microsoft.com/office/officeart/2005/8/colors/accent0_1" csCatId="mainScheme" phldr="1"/>
      <dgm:spPr/>
    </dgm:pt>
    <dgm:pt modelId="{42C77DEE-1599-0E48-9E9E-2171F79D078F}">
      <dgm:prSet phldrT="[Text]"/>
      <dgm:spPr/>
      <dgm:t>
        <a:bodyPr/>
        <a:lstStyle/>
        <a:p>
          <a:r>
            <a:rPr lang="en-GB"/>
            <a:t>What type of forecast are we judging?</a:t>
          </a:r>
        </a:p>
      </dgm:t>
    </dgm:pt>
    <dgm:pt modelId="{A0CDEF1A-595C-0C49-9A9E-2822450C0679}" type="parTrans" cxnId="{6546293A-9605-3C43-BABB-D4C0C4FAF1E5}">
      <dgm:prSet/>
      <dgm:spPr/>
      <dgm:t>
        <a:bodyPr/>
        <a:lstStyle/>
        <a:p>
          <a:endParaRPr lang="en-GB"/>
        </a:p>
      </dgm:t>
    </dgm:pt>
    <dgm:pt modelId="{FA435F36-8ED9-EC49-8481-E6F2FBF0C723}" type="sibTrans" cxnId="{6546293A-9605-3C43-BABB-D4C0C4FAF1E5}">
      <dgm:prSet/>
      <dgm:spPr/>
      <dgm:t>
        <a:bodyPr/>
        <a:lstStyle/>
        <a:p>
          <a:endParaRPr lang="en-GB"/>
        </a:p>
      </dgm:t>
    </dgm:pt>
    <dgm:pt modelId="{5DDC334F-DC85-804C-843D-BF701856718D}">
      <dgm:prSet phldrT="[Text]"/>
      <dgm:spPr/>
      <dgm:t>
        <a:bodyPr/>
        <a:lstStyle/>
        <a:p>
          <a:r>
            <a:rPr lang="en-GB"/>
            <a:t>What does a "good" forecast look like?</a:t>
          </a:r>
        </a:p>
      </dgm:t>
    </dgm:pt>
    <dgm:pt modelId="{4BBE5DCF-B3CD-114E-8CC8-62207F371E48}" type="parTrans" cxnId="{41435F57-02A7-0C44-9E0E-BEFF47C740E2}">
      <dgm:prSet/>
      <dgm:spPr/>
      <dgm:t>
        <a:bodyPr/>
        <a:lstStyle/>
        <a:p>
          <a:endParaRPr lang="en-GB"/>
        </a:p>
      </dgm:t>
    </dgm:pt>
    <dgm:pt modelId="{A16CED2C-0236-6946-B6BB-155F60E3976B}" type="sibTrans" cxnId="{41435F57-02A7-0C44-9E0E-BEFF47C740E2}">
      <dgm:prSet/>
      <dgm:spPr/>
      <dgm:t>
        <a:bodyPr/>
        <a:lstStyle/>
        <a:p>
          <a:endParaRPr lang="en-GB"/>
        </a:p>
      </dgm:t>
    </dgm:pt>
    <dgm:pt modelId="{DFEE7005-8A8C-5840-87C2-C0DCD6A1BB93}">
      <dgm:prSet phldrT="[Text]"/>
      <dgm:spPr/>
      <dgm:t>
        <a:bodyPr/>
        <a:lstStyle/>
        <a:p>
          <a:r>
            <a:rPr lang="en-GB"/>
            <a:t>How"good" does a "good" forecast need to be?</a:t>
          </a:r>
        </a:p>
      </dgm:t>
    </dgm:pt>
    <dgm:pt modelId="{1623B1D3-258D-BA48-A36A-D144E76AF2B4}" type="parTrans" cxnId="{1AA4BF65-0B94-B74E-81CF-2DC6D7BA9911}">
      <dgm:prSet/>
      <dgm:spPr/>
      <dgm:t>
        <a:bodyPr/>
        <a:lstStyle/>
        <a:p>
          <a:endParaRPr lang="en-GB"/>
        </a:p>
      </dgm:t>
    </dgm:pt>
    <dgm:pt modelId="{51A2AB7E-57AA-CD4B-AF12-71B9972A30BB}" type="sibTrans" cxnId="{1AA4BF65-0B94-B74E-81CF-2DC6D7BA9911}">
      <dgm:prSet/>
      <dgm:spPr/>
      <dgm:t>
        <a:bodyPr/>
        <a:lstStyle/>
        <a:p>
          <a:endParaRPr lang="en-GB"/>
        </a:p>
      </dgm:t>
    </dgm:pt>
    <dgm:pt modelId="{6AFDCD46-DF4E-9540-BCF7-2CA4029F1B9E}">
      <dgm:prSet phldrT="[Text]"/>
      <dgm:spPr/>
      <dgm:t>
        <a:bodyPr/>
        <a:lstStyle/>
        <a:p>
          <a:r>
            <a:rPr lang="en-GB"/>
            <a:t>Is / Was this a "good" forecast?</a:t>
          </a:r>
        </a:p>
      </dgm:t>
    </dgm:pt>
    <dgm:pt modelId="{3ACC3470-32F7-984A-B795-026C88C318C3}" type="parTrans" cxnId="{71EC0DC7-43D8-B14F-8A00-DB6CFB9E3BB1}">
      <dgm:prSet/>
      <dgm:spPr/>
      <dgm:t>
        <a:bodyPr/>
        <a:lstStyle/>
        <a:p>
          <a:endParaRPr lang="en-GB"/>
        </a:p>
      </dgm:t>
    </dgm:pt>
    <dgm:pt modelId="{9532DC3B-AD64-2942-B7D9-FE2859EFA40D}" type="sibTrans" cxnId="{71EC0DC7-43D8-B14F-8A00-DB6CFB9E3BB1}">
      <dgm:prSet/>
      <dgm:spPr/>
      <dgm:t>
        <a:bodyPr/>
        <a:lstStyle/>
        <a:p>
          <a:endParaRPr lang="en-GB"/>
        </a:p>
      </dgm:t>
    </dgm:pt>
    <dgm:pt modelId="{F3FACF4E-5DC5-CA4E-9093-05D5F4F19F95}">
      <dgm:prSet phldrT="[Text]"/>
      <dgm:spPr/>
      <dgm:t>
        <a:bodyPr/>
        <a:lstStyle/>
        <a:p>
          <a:r>
            <a:rPr lang="en-GB"/>
            <a:t>How will we measure what is a "good" forecast?</a:t>
          </a:r>
        </a:p>
      </dgm:t>
    </dgm:pt>
    <dgm:pt modelId="{5CE913B7-15A1-7B4A-A17B-D3793EFFE21B}" type="parTrans" cxnId="{04215CBB-B772-574B-A4A2-E4738F5F988F}">
      <dgm:prSet/>
      <dgm:spPr/>
      <dgm:t>
        <a:bodyPr/>
        <a:lstStyle/>
        <a:p>
          <a:endParaRPr lang="en-GB"/>
        </a:p>
      </dgm:t>
    </dgm:pt>
    <dgm:pt modelId="{2295A682-9C91-6546-BB7D-35062E8AD0FE}" type="sibTrans" cxnId="{04215CBB-B772-574B-A4A2-E4738F5F988F}">
      <dgm:prSet/>
      <dgm:spPr/>
      <dgm:t>
        <a:bodyPr/>
        <a:lstStyle/>
        <a:p>
          <a:endParaRPr lang="en-GB"/>
        </a:p>
      </dgm:t>
    </dgm:pt>
    <dgm:pt modelId="{00867AB0-746F-9D4B-8A96-DA48F5DC8D4A}">
      <dgm:prSet phldrT="[Text]"/>
      <dgm:spPr/>
      <dgm:t>
        <a:bodyPr/>
        <a:lstStyle/>
        <a:p>
          <a:r>
            <a:rPr lang="en-GB"/>
            <a:t>Who will judge the value of the forecast and why?</a:t>
          </a:r>
        </a:p>
      </dgm:t>
    </dgm:pt>
    <dgm:pt modelId="{C8110A4A-717F-C646-93CC-B2A5F668C67E}" type="parTrans" cxnId="{9BA5B166-7F4A-5645-9DCA-DF610F24E6C0}">
      <dgm:prSet/>
      <dgm:spPr/>
      <dgm:t>
        <a:bodyPr/>
        <a:lstStyle/>
        <a:p>
          <a:endParaRPr lang="en-GB"/>
        </a:p>
      </dgm:t>
    </dgm:pt>
    <dgm:pt modelId="{C4078233-177D-4346-A48C-AEDE27BAC201}" type="sibTrans" cxnId="{9BA5B166-7F4A-5645-9DCA-DF610F24E6C0}">
      <dgm:prSet/>
      <dgm:spPr/>
      <dgm:t>
        <a:bodyPr/>
        <a:lstStyle/>
        <a:p>
          <a:endParaRPr lang="en-GB"/>
        </a:p>
      </dgm:t>
    </dgm:pt>
    <dgm:pt modelId="{C6D68CFD-DF48-6548-9C39-B3EDC6671FE7}" type="pres">
      <dgm:prSet presAssocID="{71FF278C-B213-0846-A4B2-909C3D38A7EB}" presName="Name0" presStyleCnt="0">
        <dgm:presLayoutVars>
          <dgm:dir/>
          <dgm:resizeHandles val="exact"/>
        </dgm:presLayoutVars>
      </dgm:prSet>
      <dgm:spPr/>
    </dgm:pt>
    <dgm:pt modelId="{8A9BD9E2-04E3-F844-8597-676A186C59CC}" type="pres">
      <dgm:prSet presAssocID="{42C77DEE-1599-0E48-9E9E-2171F79D078F}" presName="node" presStyleLbl="node1" presStyleIdx="0" presStyleCnt="6">
        <dgm:presLayoutVars>
          <dgm:bulletEnabled val="1"/>
        </dgm:presLayoutVars>
      </dgm:prSet>
      <dgm:spPr/>
    </dgm:pt>
    <dgm:pt modelId="{74E94C59-A829-D746-A561-DA1B5E2846B7}" type="pres">
      <dgm:prSet presAssocID="{FA435F36-8ED9-EC49-8481-E6F2FBF0C723}" presName="sibTrans" presStyleLbl="sibTrans2D1" presStyleIdx="0" presStyleCnt="5"/>
      <dgm:spPr/>
    </dgm:pt>
    <dgm:pt modelId="{A2E30A9A-FFF2-A949-8A2C-2FE0767B9F1F}" type="pres">
      <dgm:prSet presAssocID="{FA435F36-8ED9-EC49-8481-E6F2FBF0C723}" presName="connectorText" presStyleLbl="sibTrans2D1" presStyleIdx="0" presStyleCnt="5"/>
      <dgm:spPr/>
    </dgm:pt>
    <dgm:pt modelId="{DE92A0F7-4D9F-8A47-BEBB-1E51F3BBB05F}" type="pres">
      <dgm:prSet presAssocID="{00867AB0-746F-9D4B-8A96-DA48F5DC8D4A}" presName="node" presStyleLbl="node1" presStyleIdx="1" presStyleCnt="6">
        <dgm:presLayoutVars>
          <dgm:bulletEnabled val="1"/>
        </dgm:presLayoutVars>
      </dgm:prSet>
      <dgm:spPr/>
    </dgm:pt>
    <dgm:pt modelId="{7ACF702A-3426-8449-B60D-8406FA977E1D}" type="pres">
      <dgm:prSet presAssocID="{C4078233-177D-4346-A48C-AEDE27BAC201}" presName="sibTrans" presStyleLbl="sibTrans2D1" presStyleIdx="1" presStyleCnt="5"/>
      <dgm:spPr/>
    </dgm:pt>
    <dgm:pt modelId="{16F3F368-3C67-304F-ABD3-207DCD80AA86}" type="pres">
      <dgm:prSet presAssocID="{C4078233-177D-4346-A48C-AEDE27BAC201}" presName="connectorText" presStyleLbl="sibTrans2D1" presStyleIdx="1" presStyleCnt="5"/>
      <dgm:spPr/>
    </dgm:pt>
    <dgm:pt modelId="{3007028C-1636-054F-A21D-372A0C0240B7}" type="pres">
      <dgm:prSet presAssocID="{5DDC334F-DC85-804C-843D-BF701856718D}" presName="node" presStyleLbl="node1" presStyleIdx="2" presStyleCnt="6">
        <dgm:presLayoutVars>
          <dgm:bulletEnabled val="1"/>
        </dgm:presLayoutVars>
      </dgm:prSet>
      <dgm:spPr/>
    </dgm:pt>
    <dgm:pt modelId="{7C168C33-E2C7-DA48-B128-5CC1FFBB2D15}" type="pres">
      <dgm:prSet presAssocID="{A16CED2C-0236-6946-B6BB-155F60E3976B}" presName="sibTrans" presStyleLbl="sibTrans2D1" presStyleIdx="2" presStyleCnt="5"/>
      <dgm:spPr/>
    </dgm:pt>
    <dgm:pt modelId="{CB5A977B-748F-8746-8F1C-91D06DC5BFAF}" type="pres">
      <dgm:prSet presAssocID="{A16CED2C-0236-6946-B6BB-155F60E3976B}" presName="connectorText" presStyleLbl="sibTrans2D1" presStyleIdx="2" presStyleCnt="5"/>
      <dgm:spPr/>
    </dgm:pt>
    <dgm:pt modelId="{F020613A-CA21-424B-9866-1B6C0AA26442}" type="pres">
      <dgm:prSet presAssocID="{DFEE7005-8A8C-5840-87C2-C0DCD6A1BB93}" presName="node" presStyleLbl="node1" presStyleIdx="3" presStyleCnt="6">
        <dgm:presLayoutVars>
          <dgm:bulletEnabled val="1"/>
        </dgm:presLayoutVars>
      </dgm:prSet>
      <dgm:spPr/>
    </dgm:pt>
    <dgm:pt modelId="{0C8F6E90-45D0-404F-B97A-C7DAF2D1EDD7}" type="pres">
      <dgm:prSet presAssocID="{51A2AB7E-57AA-CD4B-AF12-71B9972A30BB}" presName="sibTrans" presStyleLbl="sibTrans2D1" presStyleIdx="3" presStyleCnt="5"/>
      <dgm:spPr/>
    </dgm:pt>
    <dgm:pt modelId="{121F46D4-5A92-584C-AC7A-90B85BD682AD}" type="pres">
      <dgm:prSet presAssocID="{51A2AB7E-57AA-CD4B-AF12-71B9972A30BB}" presName="connectorText" presStyleLbl="sibTrans2D1" presStyleIdx="3" presStyleCnt="5"/>
      <dgm:spPr/>
    </dgm:pt>
    <dgm:pt modelId="{E2468704-7FAE-FC4B-BBED-E071C8250D44}" type="pres">
      <dgm:prSet presAssocID="{F3FACF4E-5DC5-CA4E-9093-05D5F4F19F95}" presName="node" presStyleLbl="node1" presStyleIdx="4" presStyleCnt="6">
        <dgm:presLayoutVars>
          <dgm:bulletEnabled val="1"/>
        </dgm:presLayoutVars>
      </dgm:prSet>
      <dgm:spPr/>
    </dgm:pt>
    <dgm:pt modelId="{9F2714BE-A99E-DC44-B41D-8AFAA7A2133A}" type="pres">
      <dgm:prSet presAssocID="{2295A682-9C91-6546-BB7D-35062E8AD0FE}" presName="sibTrans" presStyleLbl="sibTrans2D1" presStyleIdx="4" presStyleCnt="5"/>
      <dgm:spPr/>
    </dgm:pt>
    <dgm:pt modelId="{70B76049-9D7E-BA4D-BC60-CD927DE8416B}" type="pres">
      <dgm:prSet presAssocID="{2295A682-9C91-6546-BB7D-35062E8AD0FE}" presName="connectorText" presStyleLbl="sibTrans2D1" presStyleIdx="4" presStyleCnt="5"/>
      <dgm:spPr/>
    </dgm:pt>
    <dgm:pt modelId="{357DF5BD-722B-9849-94EF-8E66285A55B2}" type="pres">
      <dgm:prSet presAssocID="{6AFDCD46-DF4E-9540-BCF7-2CA4029F1B9E}" presName="node" presStyleLbl="node1" presStyleIdx="5" presStyleCnt="6">
        <dgm:presLayoutVars>
          <dgm:bulletEnabled val="1"/>
        </dgm:presLayoutVars>
      </dgm:prSet>
      <dgm:spPr/>
    </dgm:pt>
  </dgm:ptLst>
  <dgm:cxnLst>
    <dgm:cxn modelId="{16EF720B-E99A-FC46-BC57-6CE621EF0D77}" type="presOf" srcId="{DFEE7005-8A8C-5840-87C2-C0DCD6A1BB93}" destId="{F020613A-CA21-424B-9866-1B6C0AA26442}" srcOrd="0" destOrd="0" presId="urn:microsoft.com/office/officeart/2005/8/layout/process1"/>
    <dgm:cxn modelId="{E1177111-437A-C143-9FDF-535FDCA350A2}" type="presOf" srcId="{C4078233-177D-4346-A48C-AEDE27BAC201}" destId="{16F3F368-3C67-304F-ABD3-207DCD80AA86}" srcOrd="1" destOrd="0" presId="urn:microsoft.com/office/officeart/2005/8/layout/process1"/>
    <dgm:cxn modelId="{97085B15-61F9-7746-8C71-94601551C312}" type="presOf" srcId="{2295A682-9C91-6546-BB7D-35062E8AD0FE}" destId="{9F2714BE-A99E-DC44-B41D-8AFAA7A2133A}" srcOrd="0" destOrd="0" presId="urn:microsoft.com/office/officeart/2005/8/layout/process1"/>
    <dgm:cxn modelId="{085ECC35-2956-B943-A7AA-DC4F7F02577B}" type="presOf" srcId="{FA435F36-8ED9-EC49-8481-E6F2FBF0C723}" destId="{A2E30A9A-FFF2-A949-8A2C-2FE0767B9F1F}" srcOrd="1" destOrd="0" presId="urn:microsoft.com/office/officeart/2005/8/layout/process1"/>
    <dgm:cxn modelId="{6546293A-9605-3C43-BABB-D4C0C4FAF1E5}" srcId="{71FF278C-B213-0846-A4B2-909C3D38A7EB}" destId="{42C77DEE-1599-0E48-9E9E-2171F79D078F}" srcOrd="0" destOrd="0" parTransId="{A0CDEF1A-595C-0C49-9A9E-2822450C0679}" sibTransId="{FA435F36-8ED9-EC49-8481-E6F2FBF0C723}"/>
    <dgm:cxn modelId="{19221342-9915-3F42-B0C8-33E7783C9541}" type="presOf" srcId="{A16CED2C-0236-6946-B6BB-155F60E3976B}" destId="{CB5A977B-748F-8746-8F1C-91D06DC5BFAF}" srcOrd="1" destOrd="0" presId="urn:microsoft.com/office/officeart/2005/8/layout/process1"/>
    <dgm:cxn modelId="{1AA4BF65-0B94-B74E-81CF-2DC6D7BA9911}" srcId="{71FF278C-B213-0846-A4B2-909C3D38A7EB}" destId="{DFEE7005-8A8C-5840-87C2-C0DCD6A1BB93}" srcOrd="3" destOrd="0" parTransId="{1623B1D3-258D-BA48-A36A-D144E76AF2B4}" sibTransId="{51A2AB7E-57AA-CD4B-AF12-71B9972A30BB}"/>
    <dgm:cxn modelId="{9BA5B166-7F4A-5645-9DCA-DF610F24E6C0}" srcId="{71FF278C-B213-0846-A4B2-909C3D38A7EB}" destId="{00867AB0-746F-9D4B-8A96-DA48F5DC8D4A}" srcOrd="1" destOrd="0" parTransId="{C8110A4A-717F-C646-93CC-B2A5F668C67E}" sibTransId="{C4078233-177D-4346-A48C-AEDE27BAC201}"/>
    <dgm:cxn modelId="{682CBC49-A26B-C34B-8306-35B03EAD96E7}" type="presOf" srcId="{51A2AB7E-57AA-CD4B-AF12-71B9972A30BB}" destId="{0C8F6E90-45D0-404F-B97A-C7DAF2D1EDD7}" srcOrd="0" destOrd="0" presId="urn:microsoft.com/office/officeart/2005/8/layout/process1"/>
    <dgm:cxn modelId="{3E20926C-D3AF-DD4B-BD6F-C88FAD525B5C}" type="presOf" srcId="{F3FACF4E-5DC5-CA4E-9093-05D5F4F19F95}" destId="{E2468704-7FAE-FC4B-BBED-E071C8250D44}" srcOrd="0" destOrd="0" presId="urn:microsoft.com/office/officeart/2005/8/layout/process1"/>
    <dgm:cxn modelId="{41435F57-02A7-0C44-9E0E-BEFF47C740E2}" srcId="{71FF278C-B213-0846-A4B2-909C3D38A7EB}" destId="{5DDC334F-DC85-804C-843D-BF701856718D}" srcOrd="2" destOrd="0" parTransId="{4BBE5DCF-B3CD-114E-8CC8-62207F371E48}" sibTransId="{A16CED2C-0236-6946-B6BB-155F60E3976B}"/>
    <dgm:cxn modelId="{71C58758-6AAB-C74F-89A3-86BF9CBE0EE8}" type="presOf" srcId="{2295A682-9C91-6546-BB7D-35062E8AD0FE}" destId="{70B76049-9D7E-BA4D-BC60-CD927DE8416B}" srcOrd="1" destOrd="0" presId="urn:microsoft.com/office/officeart/2005/8/layout/process1"/>
    <dgm:cxn modelId="{B5E00C8D-409D-EE4B-82CE-A9FF465E8CF5}" type="presOf" srcId="{42C77DEE-1599-0E48-9E9E-2171F79D078F}" destId="{8A9BD9E2-04E3-F844-8597-676A186C59CC}" srcOrd="0" destOrd="0" presId="urn:microsoft.com/office/officeart/2005/8/layout/process1"/>
    <dgm:cxn modelId="{EFFF7BA2-5476-A244-A27B-B710BDCAC047}" type="presOf" srcId="{FA435F36-8ED9-EC49-8481-E6F2FBF0C723}" destId="{74E94C59-A829-D746-A561-DA1B5E2846B7}" srcOrd="0" destOrd="0" presId="urn:microsoft.com/office/officeart/2005/8/layout/process1"/>
    <dgm:cxn modelId="{AB3E1EAD-35DD-E840-A2D0-5829B8A42811}" type="presOf" srcId="{C4078233-177D-4346-A48C-AEDE27BAC201}" destId="{7ACF702A-3426-8449-B60D-8406FA977E1D}" srcOrd="0" destOrd="0" presId="urn:microsoft.com/office/officeart/2005/8/layout/process1"/>
    <dgm:cxn modelId="{E6004AB0-3FBB-3D4C-99F9-1C962EB077E8}" type="presOf" srcId="{5DDC334F-DC85-804C-843D-BF701856718D}" destId="{3007028C-1636-054F-A21D-372A0C0240B7}" srcOrd="0" destOrd="0" presId="urn:microsoft.com/office/officeart/2005/8/layout/process1"/>
    <dgm:cxn modelId="{78BF48B7-D18F-DC41-9AA5-198C2D42A774}" type="presOf" srcId="{00867AB0-746F-9D4B-8A96-DA48F5DC8D4A}" destId="{DE92A0F7-4D9F-8A47-BEBB-1E51F3BBB05F}" srcOrd="0" destOrd="0" presId="urn:microsoft.com/office/officeart/2005/8/layout/process1"/>
    <dgm:cxn modelId="{04215CBB-B772-574B-A4A2-E4738F5F988F}" srcId="{71FF278C-B213-0846-A4B2-909C3D38A7EB}" destId="{F3FACF4E-5DC5-CA4E-9093-05D5F4F19F95}" srcOrd="4" destOrd="0" parTransId="{5CE913B7-15A1-7B4A-A17B-D3793EFFE21B}" sibTransId="{2295A682-9C91-6546-BB7D-35062E8AD0FE}"/>
    <dgm:cxn modelId="{1BDF2DC6-10D8-3543-95A1-982DF2FB8FEB}" type="presOf" srcId="{71FF278C-B213-0846-A4B2-909C3D38A7EB}" destId="{C6D68CFD-DF48-6548-9C39-B3EDC6671FE7}" srcOrd="0" destOrd="0" presId="urn:microsoft.com/office/officeart/2005/8/layout/process1"/>
    <dgm:cxn modelId="{71EC0DC7-43D8-B14F-8A00-DB6CFB9E3BB1}" srcId="{71FF278C-B213-0846-A4B2-909C3D38A7EB}" destId="{6AFDCD46-DF4E-9540-BCF7-2CA4029F1B9E}" srcOrd="5" destOrd="0" parTransId="{3ACC3470-32F7-984A-B795-026C88C318C3}" sibTransId="{9532DC3B-AD64-2942-B7D9-FE2859EFA40D}"/>
    <dgm:cxn modelId="{AD1D43F4-667A-4E4E-BB1F-9EF7A57C5A83}" type="presOf" srcId="{A16CED2C-0236-6946-B6BB-155F60E3976B}" destId="{7C168C33-E2C7-DA48-B128-5CC1FFBB2D15}" srcOrd="0" destOrd="0" presId="urn:microsoft.com/office/officeart/2005/8/layout/process1"/>
    <dgm:cxn modelId="{EB2A76F5-BB1F-6747-A164-80716AC7BAFA}" type="presOf" srcId="{51A2AB7E-57AA-CD4B-AF12-71B9972A30BB}" destId="{121F46D4-5A92-584C-AC7A-90B85BD682AD}" srcOrd="1" destOrd="0" presId="urn:microsoft.com/office/officeart/2005/8/layout/process1"/>
    <dgm:cxn modelId="{0D4A5EFD-22CC-8941-B7EF-4A4B949502B1}" type="presOf" srcId="{6AFDCD46-DF4E-9540-BCF7-2CA4029F1B9E}" destId="{357DF5BD-722B-9849-94EF-8E66285A55B2}" srcOrd="0" destOrd="0" presId="urn:microsoft.com/office/officeart/2005/8/layout/process1"/>
    <dgm:cxn modelId="{75A9AA7C-D79A-284A-843D-2740753E038E}" type="presParOf" srcId="{C6D68CFD-DF48-6548-9C39-B3EDC6671FE7}" destId="{8A9BD9E2-04E3-F844-8597-676A186C59CC}" srcOrd="0" destOrd="0" presId="urn:microsoft.com/office/officeart/2005/8/layout/process1"/>
    <dgm:cxn modelId="{C06B12AF-9A63-C54B-9F62-7815DEB6B0F1}" type="presParOf" srcId="{C6D68CFD-DF48-6548-9C39-B3EDC6671FE7}" destId="{74E94C59-A829-D746-A561-DA1B5E2846B7}" srcOrd="1" destOrd="0" presId="urn:microsoft.com/office/officeart/2005/8/layout/process1"/>
    <dgm:cxn modelId="{85CAAA3A-6354-F342-9E85-2D695CEBFCC3}" type="presParOf" srcId="{74E94C59-A829-D746-A561-DA1B5E2846B7}" destId="{A2E30A9A-FFF2-A949-8A2C-2FE0767B9F1F}" srcOrd="0" destOrd="0" presId="urn:microsoft.com/office/officeart/2005/8/layout/process1"/>
    <dgm:cxn modelId="{A4B106DE-5338-7A4B-A04F-B1760CE81D74}" type="presParOf" srcId="{C6D68CFD-DF48-6548-9C39-B3EDC6671FE7}" destId="{DE92A0F7-4D9F-8A47-BEBB-1E51F3BBB05F}" srcOrd="2" destOrd="0" presId="urn:microsoft.com/office/officeart/2005/8/layout/process1"/>
    <dgm:cxn modelId="{4DEA3264-8CAA-EB4B-9CEA-CF5F43F55B58}" type="presParOf" srcId="{C6D68CFD-DF48-6548-9C39-B3EDC6671FE7}" destId="{7ACF702A-3426-8449-B60D-8406FA977E1D}" srcOrd="3" destOrd="0" presId="urn:microsoft.com/office/officeart/2005/8/layout/process1"/>
    <dgm:cxn modelId="{1CD988BE-8B7C-5E4E-8EE3-AC561B202EDC}" type="presParOf" srcId="{7ACF702A-3426-8449-B60D-8406FA977E1D}" destId="{16F3F368-3C67-304F-ABD3-207DCD80AA86}" srcOrd="0" destOrd="0" presId="urn:microsoft.com/office/officeart/2005/8/layout/process1"/>
    <dgm:cxn modelId="{52D91D3C-DCF1-A34C-9133-0FC2F8F88E09}" type="presParOf" srcId="{C6D68CFD-DF48-6548-9C39-B3EDC6671FE7}" destId="{3007028C-1636-054F-A21D-372A0C0240B7}" srcOrd="4" destOrd="0" presId="urn:microsoft.com/office/officeart/2005/8/layout/process1"/>
    <dgm:cxn modelId="{EEC60BB9-5CFA-154F-B7A0-A2F8E6BF8B45}" type="presParOf" srcId="{C6D68CFD-DF48-6548-9C39-B3EDC6671FE7}" destId="{7C168C33-E2C7-DA48-B128-5CC1FFBB2D15}" srcOrd="5" destOrd="0" presId="urn:microsoft.com/office/officeart/2005/8/layout/process1"/>
    <dgm:cxn modelId="{4F07B544-DC34-F74B-8D05-0566643B126A}" type="presParOf" srcId="{7C168C33-E2C7-DA48-B128-5CC1FFBB2D15}" destId="{CB5A977B-748F-8746-8F1C-91D06DC5BFAF}" srcOrd="0" destOrd="0" presId="urn:microsoft.com/office/officeart/2005/8/layout/process1"/>
    <dgm:cxn modelId="{13ADF032-7886-BC4A-809C-21EFCB2BE1ED}" type="presParOf" srcId="{C6D68CFD-DF48-6548-9C39-B3EDC6671FE7}" destId="{F020613A-CA21-424B-9866-1B6C0AA26442}" srcOrd="6" destOrd="0" presId="urn:microsoft.com/office/officeart/2005/8/layout/process1"/>
    <dgm:cxn modelId="{8A2602F1-44E2-8049-BB40-0BF817BD1471}" type="presParOf" srcId="{C6D68CFD-DF48-6548-9C39-B3EDC6671FE7}" destId="{0C8F6E90-45D0-404F-B97A-C7DAF2D1EDD7}" srcOrd="7" destOrd="0" presId="urn:microsoft.com/office/officeart/2005/8/layout/process1"/>
    <dgm:cxn modelId="{02F57332-03EB-E14F-A0EF-224D8BC43C49}" type="presParOf" srcId="{0C8F6E90-45D0-404F-B97A-C7DAF2D1EDD7}" destId="{121F46D4-5A92-584C-AC7A-90B85BD682AD}" srcOrd="0" destOrd="0" presId="urn:microsoft.com/office/officeart/2005/8/layout/process1"/>
    <dgm:cxn modelId="{0F20FC9E-99C6-4E47-92B1-000B95FFD71F}" type="presParOf" srcId="{C6D68CFD-DF48-6548-9C39-B3EDC6671FE7}" destId="{E2468704-7FAE-FC4B-BBED-E071C8250D44}" srcOrd="8" destOrd="0" presId="urn:microsoft.com/office/officeart/2005/8/layout/process1"/>
    <dgm:cxn modelId="{85256930-BD7A-0B44-8A15-42D475FA0466}" type="presParOf" srcId="{C6D68CFD-DF48-6548-9C39-B3EDC6671FE7}" destId="{9F2714BE-A99E-DC44-B41D-8AFAA7A2133A}" srcOrd="9" destOrd="0" presId="urn:microsoft.com/office/officeart/2005/8/layout/process1"/>
    <dgm:cxn modelId="{B7DBF4B0-CFF7-7446-AFDE-CC02A5DBF3FE}" type="presParOf" srcId="{9F2714BE-A99E-DC44-B41D-8AFAA7A2133A}" destId="{70B76049-9D7E-BA4D-BC60-CD927DE8416B}" srcOrd="0" destOrd="0" presId="urn:microsoft.com/office/officeart/2005/8/layout/process1"/>
    <dgm:cxn modelId="{55598083-C108-2C48-91CE-291EEA526AC9}" type="presParOf" srcId="{C6D68CFD-DF48-6548-9C39-B3EDC6671FE7}" destId="{357DF5BD-722B-9849-94EF-8E66285A55B2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D6349D-8AE3-7046-ABAE-50B908131A49}">
      <dsp:nvSpPr>
        <dsp:cNvPr id="0" name=""/>
        <dsp:cNvSpPr/>
      </dsp:nvSpPr>
      <dsp:spPr>
        <a:xfrm>
          <a:off x="0" y="166539"/>
          <a:ext cx="925576" cy="104995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1" kern="1200" dirty="0"/>
            <a:t>1. Defining the evaluand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800" kern="1200" dirty="0"/>
            <a:t>What is the phenomenon to be judged?</a:t>
          </a:r>
        </a:p>
      </dsp:txBody>
      <dsp:txXfrm>
        <a:off x="27109" y="193648"/>
        <a:ext cx="871358" cy="995732"/>
      </dsp:txXfrm>
    </dsp:sp>
    <dsp:sp modelId="{BE8EC203-ADA8-D249-B685-5D5268B624F8}">
      <dsp:nvSpPr>
        <dsp:cNvPr id="0" name=""/>
        <dsp:cNvSpPr/>
      </dsp:nvSpPr>
      <dsp:spPr>
        <a:xfrm>
          <a:off x="1018134" y="576743"/>
          <a:ext cx="196222" cy="229542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800" kern="1200"/>
        </a:p>
      </dsp:txBody>
      <dsp:txXfrm>
        <a:off x="1018134" y="622651"/>
        <a:ext cx="137355" cy="137726"/>
      </dsp:txXfrm>
    </dsp:sp>
    <dsp:sp modelId="{9C8766FD-A6C5-0D40-A58D-BF7936431FEC}">
      <dsp:nvSpPr>
        <dsp:cNvPr id="0" name=""/>
        <dsp:cNvSpPr/>
      </dsp:nvSpPr>
      <dsp:spPr>
        <a:xfrm>
          <a:off x="1295806" y="166539"/>
          <a:ext cx="925576" cy="104995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1" kern="1200"/>
            <a:t>2. Explaining the purpose of the evaluation*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800" kern="1200"/>
            <a:t>Who is going to determine the value of the evaluand and why?</a:t>
          </a:r>
          <a:endParaRPr lang="en-GB" sz="800" kern="1200"/>
        </a:p>
      </dsp:txBody>
      <dsp:txXfrm>
        <a:off x="1322915" y="193648"/>
        <a:ext cx="871358" cy="995732"/>
      </dsp:txXfrm>
    </dsp:sp>
    <dsp:sp modelId="{C0BADB03-6D37-DB46-8515-700E1FD7F9D8}">
      <dsp:nvSpPr>
        <dsp:cNvPr id="0" name=""/>
        <dsp:cNvSpPr/>
      </dsp:nvSpPr>
      <dsp:spPr>
        <a:xfrm>
          <a:off x="2313940" y="576743"/>
          <a:ext cx="196222" cy="229542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800" kern="1200"/>
        </a:p>
      </dsp:txBody>
      <dsp:txXfrm>
        <a:off x="2313940" y="622651"/>
        <a:ext cx="137355" cy="137726"/>
      </dsp:txXfrm>
    </dsp:sp>
    <dsp:sp modelId="{4FA6DA71-6B75-2349-ACA0-831DEFEB5F82}">
      <dsp:nvSpPr>
        <dsp:cNvPr id="0" name=""/>
        <dsp:cNvSpPr/>
      </dsp:nvSpPr>
      <dsp:spPr>
        <a:xfrm>
          <a:off x="2591613" y="166539"/>
          <a:ext cx="925576" cy="104995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1" kern="1200"/>
            <a:t>3. Establishing criteria of value*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/>
            <a:t>On what dimensions must the evaluand do well?</a:t>
          </a:r>
        </a:p>
      </dsp:txBody>
      <dsp:txXfrm>
        <a:off x="2618722" y="193648"/>
        <a:ext cx="871358" cy="995732"/>
      </dsp:txXfrm>
    </dsp:sp>
    <dsp:sp modelId="{D93E81EF-59F1-414E-B808-D02909CAA237}">
      <dsp:nvSpPr>
        <dsp:cNvPr id="0" name=""/>
        <dsp:cNvSpPr/>
      </dsp:nvSpPr>
      <dsp:spPr>
        <a:xfrm>
          <a:off x="3609747" y="576743"/>
          <a:ext cx="196222" cy="229542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800" kern="1200"/>
        </a:p>
      </dsp:txBody>
      <dsp:txXfrm>
        <a:off x="3609747" y="622651"/>
        <a:ext cx="137355" cy="137726"/>
      </dsp:txXfrm>
    </dsp:sp>
    <dsp:sp modelId="{CA5B31E2-F2AB-524C-8A50-018206897C66}">
      <dsp:nvSpPr>
        <dsp:cNvPr id="0" name=""/>
        <dsp:cNvSpPr/>
      </dsp:nvSpPr>
      <dsp:spPr>
        <a:xfrm>
          <a:off x="3887420" y="166539"/>
          <a:ext cx="925576" cy="104995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1" kern="1200"/>
            <a:t>4. Constructing standards of value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/>
            <a:t>How well should the evaluand perform?</a:t>
          </a:r>
        </a:p>
      </dsp:txBody>
      <dsp:txXfrm>
        <a:off x="3914529" y="193648"/>
        <a:ext cx="871358" cy="995732"/>
      </dsp:txXfrm>
    </dsp:sp>
    <dsp:sp modelId="{0CE6F891-E6E8-4D48-9F9B-5C2531446F8E}">
      <dsp:nvSpPr>
        <dsp:cNvPr id="0" name=""/>
        <dsp:cNvSpPr/>
      </dsp:nvSpPr>
      <dsp:spPr>
        <a:xfrm>
          <a:off x="4905554" y="576743"/>
          <a:ext cx="196222" cy="229542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800" kern="1200"/>
        </a:p>
      </dsp:txBody>
      <dsp:txXfrm>
        <a:off x="4905554" y="622651"/>
        <a:ext cx="137355" cy="137726"/>
      </dsp:txXfrm>
    </dsp:sp>
    <dsp:sp modelId="{6D74BB38-2628-084A-BAF8-E00DE6F71EDB}">
      <dsp:nvSpPr>
        <dsp:cNvPr id="0" name=""/>
        <dsp:cNvSpPr/>
      </dsp:nvSpPr>
      <dsp:spPr>
        <a:xfrm>
          <a:off x="5183227" y="166539"/>
          <a:ext cx="925576" cy="104995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1" kern="1200"/>
            <a:t>5. Measuring performance and comparing with standards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/>
            <a:t>How well did the evaluand perform?</a:t>
          </a:r>
        </a:p>
      </dsp:txBody>
      <dsp:txXfrm>
        <a:off x="5210336" y="193648"/>
        <a:ext cx="871358" cy="995732"/>
      </dsp:txXfrm>
    </dsp:sp>
    <dsp:sp modelId="{288C7A3C-96B5-C84A-A2FC-82354A9F71AD}">
      <dsp:nvSpPr>
        <dsp:cNvPr id="0" name=""/>
        <dsp:cNvSpPr/>
      </dsp:nvSpPr>
      <dsp:spPr>
        <a:xfrm>
          <a:off x="6201361" y="576743"/>
          <a:ext cx="196222" cy="229542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800" kern="1200"/>
        </a:p>
      </dsp:txBody>
      <dsp:txXfrm>
        <a:off x="6201361" y="622651"/>
        <a:ext cx="137355" cy="137726"/>
      </dsp:txXfrm>
    </dsp:sp>
    <dsp:sp modelId="{EDBCEE82-7853-9C40-8AAB-D83A8E58829C}">
      <dsp:nvSpPr>
        <dsp:cNvPr id="0" name=""/>
        <dsp:cNvSpPr/>
      </dsp:nvSpPr>
      <dsp:spPr>
        <a:xfrm>
          <a:off x="6479034" y="166539"/>
          <a:ext cx="925576" cy="104995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1" kern="1200"/>
            <a:t>6. Synthesising and integrating evidence into judgement of value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/>
            <a:t>What is the value of the evaluand?</a:t>
          </a:r>
        </a:p>
      </dsp:txBody>
      <dsp:txXfrm>
        <a:off x="6506143" y="193648"/>
        <a:ext cx="871358" cy="9957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9BD9E2-04E3-F844-8597-676A186C59CC}">
      <dsp:nvSpPr>
        <dsp:cNvPr id="0" name=""/>
        <dsp:cNvSpPr/>
      </dsp:nvSpPr>
      <dsp:spPr>
        <a:xfrm>
          <a:off x="0" y="0"/>
          <a:ext cx="927337" cy="42100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700" kern="1200"/>
            <a:t>What type of forecast are we judging?</a:t>
          </a:r>
        </a:p>
      </dsp:txBody>
      <dsp:txXfrm>
        <a:off x="12331" y="12331"/>
        <a:ext cx="902675" cy="396343"/>
      </dsp:txXfrm>
    </dsp:sp>
    <dsp:sp modelId="{74E94C59-A829-D746-A561-DA1B5E2846B7}">
      <dsp:nvSpPr>
        <dsp:cNvPr id="0" name=""/>
        <dsp:cNvSpPr/>
      </dsp:nvSpPr>
      <dsp:spPr>
        <a:xfrm>
          <a:off x="1020071" y="95512"/>
          <a:ext cx="196595" cy="229979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00" kern="1200"/>
        </a:p>
      </dsp:txBody>
      <dsp:txXfrm>
        <a:off x="1020071" y="141508"/>
        <a:ext cx="137617" cy="137987"/>
      </dsp:txXfrm>
    </dsp:sp>
    <dsp:sp modelId="{DE92A0F7-4D9F-8A47-BEBB-1E51F3BBB05F}">
      <dsp:nvSpPr>
        <dsp:cNvPr id="0" name=""/>
        <dsp:cNvSpPr/>
      </dsp:nvSpPr>
      <dsp:spPr>
        <a:xfrm>
          <a:off x="1298272" y="0"/>
          <a:ext cx="927337" cy="42100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700" kern="1200"/>
            <a:t>Who will judge the value of the forecast and why?</a:t>
          </a:r>
        </a:p>
      </dsp:txBody>
      <dsp:txXfrm>
        <a:off x="1310603" y="12331"/>
        <a:ext cx="902675" cy="396343"/>
      </dsp:txXfrm>
    </dsp:sp>
    <dsp:sp modelId="{7ACF702A-3426-8449-B60D-8406FA977E1D}">
      <dsp:nvSpPr>
        <dsp:cNvPr id="0" name=""/>
        <dsp:cNvSpPr/>
      </dsp:nvSpPr>
      <dsp:spPr>
        <a:xfrm>
          <a:off x="2318344" y="95512"/>
          <a:ext cx="196595" cy="229979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00" kern="1200"/>
        </a:p>
      </dsp:txBody>
      <dsp:txXfrm>
        <a:off x="2318344" y="141508"/>
        <a:ext cx="137617" cy="137987"/>
      </dsp:txXfrm>
    </dsp:sp>
    <dsp:sp modelId="{3007028C-1636-054F-A21D-372A0C0240B7}">
      <dsp:nvSpPr>
        <dsp:cNvPr id="0" name=""/>
        <dsp:cNvSpPr/>
      </dsp:nvSpPr>
      <dsp:spPr>
        <a:xfrm>
          <a:off x="2596545" y="0"/>
          <a:ext cx="927337" cy="42100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700" kern="1200"/>
            <a:t>What does a "good" forecast look like?</a:t>
          </a:r>
        </a:p>
      </dsp:txBody>
      <dsp:txXfrm>
        <a:off x="2608876" y="12331"/>
        <a:ext cx="902675" cy="396343"/>
      </dsp:txXfrm>
    </dsp:sp>
    <dsp:sp modelId="{7C168C33-E2C7-DA48-B128-5CC1FFBB2D15}">
      <dsp:nvSpPr>
        <dsp:cNvPr id="0" name=""/>
        <dsp:cNvSpPr/>
      </dsp:nvSpPr>
      <dsp:spPr>
        <a:xfrm>
          <a:off x="3616616" y="95512"/>
          <a:ext cx="196595" cy="229979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00" kern="1200"/>
        </a:p>
      </dsp:txBody>
      <dsp:txXfrm>
        <a:off x="3616616" y="141508"/>
        <a:ext cx="137617" cy="137987"/>
      </dsp:txXfrm>
    </dsp:sp>
    <dsp:sp modelId="{F020613A-CA21-424B-9866-1B6C0AA26442}">
      <dsp:nvSpPr>
        <dsp:cNvPr id="0" name=""/>
        <dsp:cNvSpPr/>
      </dsp:nvSpPr>
      <dsp:spPr>
        <a:xfrm>
          <a:off x="3894818" y="0"/>
          <a:ext cx="927337" cy="42100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700" kern="1200"/>
            <a:t>How"good" does a "good" forecast need to be?</a:t>
          </a:r>
        </a:p>
      </dsp:txBody>
      <dsp:txXfrm>
        <a:off x="3907149" y="12331"/>
        <a:ext cx="902675" cy="396343"/>
      </dsp:txXfrm>
    </dsp:sp>
    <dsp:sp modelId="{0C8F6E90-45D0-404F-B97A-C7DAF2D1EDD7}">
      <dsp:nvSpPr>
        <dsp:cNvPr id="0" name=""/>
        <dsp:cNvSpPr/>
      </dsp:nvSpPr>
      <dsp:spPr>
        <a:xfrm>
          <a:off x="4914889" y="95512"/>
          <a:ext cx="196595" cy="229979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00" kern="1200"/>
        </a:p>
      </dsp:txBody>
      <dsp:txXfrm>
        <a:off x="4914889" y="141508"/>
        <a:ext cx="137617" cy="137987"/>
      </dsp:txXfrm>
    </dsp:sp>
    <dsp:sp modelId="{E2468704-7FAE-FC4B-BBED-E071C8250D44}">
      <dsp:nvSpPr>
        <dsp:cNvPr id="0" name=""/>
        <dsp:cNvSpPr/>
      </dsp:nvSpPr>
      <dsp:spPr>
        <a:xfrm>
          <a:off x="5193090" y="0"/>
          <a:ext cx="927337" cy="42100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700" kern="1200"/>
            <a:t>How will we measure what is a "good" forecast?</a:t>
          </a:r>
        </a:p>
      </dsp:txBody>
      <dsp:txXfrm>
        <a:off x="5205421" y="12331"/>
        <a:ext cx="902675" cy="396343"/>
      </dsp:txXfrm>
    </dsp:sp>
    <dsp:sp modelId="{9F2714BE-A99E-DC44-B41D-8AFAA7A2133A}">
      <dsp:nvSpPr>
        <dsp:cNvPr id="0" name=""/>
        <dsp:cNvSpPr/>
      </dsp:nvSpPr>
      <dsp:spPr>
        <a:xfrm>
          <a:off x="6213162" y="95512"/>
          <a:ext cx="196595" cy="229979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00" kern="1200"/>
        </a:p>
      </dsp:txBody>
      <dsp:txXfrm>
        <a:off x="6213162" y="141508"/>
        <a:ext cx="137617" cy="137987"/>
      </dsp:txXfrm>
    </dsp:sp>
    <dsp:sp modelId="{357DF5BD-722B-9849-94EF-8E66285A55B2}">
      <dsp:nvSpPr>
        <dsp:cNvPr id="0" name=""/>
        <dsp:cNvSpPr/>
      </dsp:nvSpPr>
      <dsp:spPr>
        <a:xfrm>
          <a:off x="6491363" y="0"/>
          <a:ext cx="927337" cy="42100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700" kern="1200"/>
            <a:t>Is / Was this a "good" forecast?</a:t>
          </a:r>
        </a:p>
      </dsp:txBody>
      <dsp:txXfrm>
        <a:off x="6503694" y="12331"/>
        <a:ext cx="902675" cy="3963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6047C-DF03-4D7E-2C16-692E3599AC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02A1EF-D743-B79B-F51F-4FC3FCD19B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A67B3F-B454-A71D-D6BA-8FDBD0979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84E79-7666-4A01-BD16-B32BF5F2A754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442DE-0DB4-C117-6BD3-52632BA53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E816-618D-BF9D-753D-25B23D823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8DF58-CBF8-4A05-B9E7-644532DE04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6786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46A5C-998E-9767-7D01-6021E6595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64B64-498D-DE85-F812-8FA0C9ED0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FC425-167D-4D51-8A74-005D3FA85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84E79-7666-4A01-BD16-B32BF5F2A754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D51F7-EA91-376A-05F8-EE7946943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439D17-B533-CA39-CBC7-AB955A3A7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8DF58-CBF8-4A05-B9E7-644532DE04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5853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460FA-CE80-FD33-F0B6-32BB5018E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725B7D-FB1E-B4D3-23A8-11CD5CD24D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11283-519C-5232-C51C-4D0DCA195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84E79-7666-4A01-BD16-B32BF5F2A754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C48C30-0273-6503-0A32-E2D892828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2AFB6-A0E1-2739-53F2-1FB9DCB17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8DF58-CBF8-4A05-B9E7-644532DE04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8529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A983A-9BE3-DC5D-ADD1-07FBE8F86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F1B7E-E13D-2F52-8061-940F53BF0A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95127F-FFAC-13A3-6274-8F992929F6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B503CD-DCF3-374B-4255-1F9ADF489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84E79-7666-4A01-BD16-B32BF5F2A754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A2206D-64C9-8DA1-09F5-E54405125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5F8AD-F981-5DF1-7B92-638F09A7B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8DF58-CBF8-4A05-B9E7-644532DE04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8653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ABA0A-F841-8241-ED6A-BFD587049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634CF6-0E88-5FCA-4691-2FF061468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E783DE-87E7-0176-E2EC-337B07D7A8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1C64C4-FBFA-BA90-B45C-BAF7CBB967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228C03-082E-59AB-277B-E51D318C58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365C13-5FA2-5ABA-425E-120A8889C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84E79-7666-4A01-BD16-B32BF5F2A754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4F9373-0D35-F3F9-A6A4-6802737F6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9F2A30-E953-F0BA-CD7C-263C4CD3E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8DF58-CBF8-4A05-B9E7-644532DE04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1821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F435B-5D36-2C3D-95ED-A3A14EFEE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F7AEBC-2D55-8F2B-BCE4-0A65797D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84E79-7666-4A01-BD16-B32BF5F2A754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346409-AE7A-1A53-1957-3357A8EB5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28C67-864B-6EDD-E69F-5526673FF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8DF58-CBF8-4A05-B9E7-644532DE04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3477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79DAFF-A292-A035-DBB0-7417669DD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84E79-7666-4A01-BD16-B32BF5F2A754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30E3E0-2A9C-017B-2575-114D620B7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817418-AF3A-30A8-A808-FE95CD52D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8DF58-CBF8-4A05-B9E7-644532DE04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6914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E328F-8AA8-A5AE-2FD2-29A7205FD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6A7B8-9496-93F0-13A4-33320F67E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63A53E-7012-CB30-6B25-6876303332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8C8F6F-7C2D-FF92-79CA-86B13272A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84E79-7666-4A01-BD16-B32BF5F2A754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A1E4FD-7A86-1D09-4239-E65B4005F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FCF02F-82F7-DEDE-916C-0020477B7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8DF58-CBF8-4A05-B9E7-644532DE04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7282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DA51A-28E5-F93A-CF81-72F9B1BC0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4A8924-930C-3AEE-A810-8B8D1B1C91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C8A329-D01D-9088-8080-FB5AE8E925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59227-2128-CC55-CFEB-D61E91FCC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84E79-7666-4A01-BD16-B32BF5F2A754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F3E717-A723-EC16-0EEC-F7B08E04A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E15745-5CD9-03D9-1BA8-C302C82F4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8DF58-CBF8-4A05-B9E7-644532DE04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7752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E4A0B-A98A-5857-4E58-4DDDF4122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BE4B5F-D18E-77D5-5E50-D7F9BEF989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AA924-C0C8-44BE-2D7C-FC69FB202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84E79-7666-4A01-BD16-B32BF5F2A754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8ED13-A300-6EA4-E0A3-B27737ABE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DB7C4-ADC2-AD71-9AF3-F8C512EC6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8DF58-CBF8-4A05-B9E7-644532DE04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587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FEC5B5-C21E-9F31-6AC3-33D18D17AC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76D0A8-D374-3D58-CF99-E1A9609BE5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F72FC-25A7-C5E8-7581-2955FC077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84E79-7666-4A01-BD16-B32BF5F2A754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7BC3A-B089-06DC-812A-1AEB97E03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98C84-3714-FDBF-7FC4-1BEDF024F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8DF58-CBF8-4A05-B9E7-644532DE04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2544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1E4669-FF9D-CCB8-AB5D-D462AD798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E7779B-C784-3B37-8CCE-FB6D6596C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E06A9-4CB0-08A6-AB7B-60E8CCB5BC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B84E79-7666-4A01-BD16-B32BF5F2A754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15B5D-3E98-492D-1D08-EA7F8E9377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B1AC7-6364-5A91-64B2-0B3809BC73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58DF58-CBF8-4A05-B9E7-644532DE04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8251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roup 130">
            <a:extLst>
              <a:ext uri="{FF2B5EF4-FFF2-40B4-BE49-F238E27FC236}">
                <a16:creationId xmlns:a16="http://schemas.microsoft.com/office/drawing/2014/main" id="{F7642434-52CC-F07A-EAD1-7A77AFA781DC}"/>
              </a:ext>
            </a:extLst>
          </p:cNvPr>
          <p:cNvGrpSpPr/>
          <p:nvPr/>
        </p:nvGrpSpPr>
        <p:grpSpPr>
          <a:xfrm>
            <a:off x="153422" y="155447"/>
            <a:ext cx="11905611" cy="6613567"/>
            <a:chOff x="914400" y="1417320"/>
            <a:chExt cx="10058400" cy="3273552"/>
          </a:xfrm>
        </p:grpSpPr>
        <p:sp>
          <p:nvSpPr>
            <p:cNvPr id="2" name="Shape 3">
              <a:extLst>
                <a:ext uri="{FF2B5EF4-FFF2-40B4-BE49-F238E27FC236}">
                  <a16:creationId xmlns:a16="http://schemas.microsoft.com/office/drawing/2014/main" id="{E3FF16BC-A132-223D-E0D9-5E9FA1F7A9E2}"/>
                </a:ext>
              </a:extLst>
            </p:cNvPr>
            <p:cNvSpPr/>
            <p:nvPr/>
          </p:nvSpPr>
          <p:spPr>
            <a:xfrm>
              <a:off x="4937760" y="1828800"/>
              <a:ext cx="2148840" cy="2057400"/>
            </a:xfrm>
            <a:prstGeom prst="roundRect">
              <a:avLst>
                <a:gd name="adj" fmla="val 5333"/>
              </a:avLst>
            </a:prstGeom>
            <a:solidFill>
              <a:srgbClr val="F7FAFC"/>
            </a:solidFill>
            <a:ln w="17780">
              <a:solidFill>
                <a:srgbClr val="212B49"/>
              </a:solidFill>
              <a:prstDash val="solid"/>
            </a:ln>
          </p:spPr>
          <p:txBody>
            <a:bodyPr/>
            <a:lstStyle/>
            <a:p>
              <a:endParaRPr lang="en-GB"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3" name="Text 4">
              <a:extLst>
                <a:ext uri="{FF2B5EF4-FFF2-40B4-BE49-F238E27FC236}">
                  <a16:creationId xmlns:a16="http://schemas.microsoft.com/office/drawing/2014/main" id="{7F8B85BD-6A7C-37FE-D5F8-6DFFCCF5C586}"/>
                </a:ext>
              </a:extLst>
            </p:cNvPr>
            <p:cNvSpPr/>
            <p:nvPr/>
          </p:nvSpPr>
          <p:spPr>
            <a:xfrm>
              <a:off x="5257800" y="2468880"/>
              <a:ext cx="15087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212B49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Forecasting</a:t>
              </a:r>
              <a:endParaRPr lang="en-US" sz="2400" dirty="0"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pPr marL="0" indent="0" algn="ctr">
                <a:buNone/>
              </a:pPr>
              <a:r>
                <a:rPr lang="en-US" sz="2400" b="1" dirty="0">
                  <a:solidFill>
                    <a:srgbClr val="212B49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model</a:t>
              </a:r>
              <a:endParaRPr lang="en-US" sz="2400" dirty="0"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4" name="Shape 8">
              <a:extLst>
                <a:ext uri="{FF2B5EF4-FFF2-40B4-BE49-F238E27FC236}">
                  <a16:creationId xmlns:a16="http://schemas.microsoft.com/office/drawing/2014/main" id="{1491B6D1-9659-16EC-DD71-A15D61D60A56}"/>
                </a:ext>
              </a:extLst>
            </p:cNvPr>
            <p:cNvSpPr/>
            <p:nvPr/>
          </p:nvSpPr>
          <p:spPr>
            <a:xfrm>
              <a:off x="914400" y="1417320"/>
              <a:ext cx="2286000" cy="621792"/>
            </a:xfrm>
            <a:prstGeom prst="roundRect">
              <a:avLst>
                <a:gd name="adj" fmla="val 8824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1270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en-GB" dirty="0"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5" name="Text 9">
              <a:extLst>
                <a:ext uri="{FF2B5EF4-FFF2-40B4-BE49-F238E27FC236}">
                  <a16:creationId xmlns:a16="http://schemas.microsoft.com/office/drawing/2014/main" id="{75536A37-F38B-0456-891F-D457EEDDF0FE}"/>
                </a:ext>
              </a:extLst>
            </p:cNvPr>
            <p:cNvSpPr/>
            <p:nvPr/>
          </p:nvSpPr>
          <p:spPr>
            <a:xfrm>
              <a:off x="1024128" y="1563624"/>
              <a:ext cx="205740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chemeClr val="accent3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Forecast accuracy</a:t>
              </a:r>
              <a:endParaRPr lang="en-US" dirty="0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6" name="Shape 10">
              <a:extLst>
                <a:ext uri="{FF2B5EF4-FFF2-40B4-BE49-F238E27FC236}">
                  <a16:creationId xmlns:a16="http://schemas.microsoft.com/office/drawing/2014/main" id="{FA29A61A-6926-39A5-BF80-EC692B661A73}"/>
                </a:ext>
              </a:extLst>
            </p:cNvPr>
            <p:cNvSpPr/>
            <p:nvPr/>
          </p:nvSpPr>
          <p:spPr>
            <a:xfrm>
              <a:off x="3200400" y="1728216"/>
              <a:ext cx="1737360" cy="393192"/>
            </a:xfrm>
            <a:prstGeom prst="line">
              <a:avLst/>
            </a:prstGeom>
            <a:noFill/>
            <a:ln w="15240">
              <a:solidFill>
                <a:srgbClr val="212B49"/>
              </a:solidFill>
              <a:prstDash val="solid"/>
            </a:ln>
          </p:spPr>
          <p:txBody>
            <a:bodyPr/>
            <a:lstStyle/>
            <a:p>
              <a:endParaRPr lang="en-GB"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20" name="Shape 11">
              <a:extLst>
                <a:ext uri="{FF2B5EF4-FFF2-40B4-BE49-F238E27FC236}">
                  <a16:creationId xmlns:a16="http://schemas.microsoft.com/office/drawing/2014/main" id="{3BD73E8C-AD71-0235-1883-F8AABC8B0298}"/>
                </a:ext>
              </a:extLst>
            </p:cNvPr>
            <p:cNvSpPr/>
            <p:nvPr/>
          </p:nvSpPr>
          <p:spPr>
            <a:xfrm>
              <a:off x="914400" y="2743200"/>
              <a:ext cx="2286000" cy="621792"/>
            </a:xfrm>
            <a:prstGeom prst="roundRect">
              <a:avLst>
                <a:gd name="adj" fmla="val 8824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12700">
              <a:solidFill>
                <a:schemeClr val="accent3"/>
              </a:solidFill>
              <a:prstDash val="solid"/>
            </a:ln>
          </p:spPr>
          <p:txBody>
            <a:bodyPr/>
            <a:lstStyle/>
            <a:p>
              <a:endParaRPr lang="en-GB"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32" name="Text 12">
              <a:extLst>
                <a:ext uri="{FF2B5EF4-FFF2-40B4-BE49-F238E27FC236}">
                  <a16:creationId xmlns:a16="http://schemas.microsoft.com/office/drawing/2014/main" id="{2A360B3F-911E-2227-E424-B2A536A05DB7}"/>
                </a:ext>
              </a:extLst>
            </p:cNvPr>
            <p:cNvSpPr/>
            <p:nvPr/>
          </p:nvSpPr>
          <p:spPr>
            <a:xfrm>
              <a:off x="1024128" y="2889504"/>
              <a:ext cx="205740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chemeClr val="accent3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Resource requirements</a:t>
              </a:r>
              <a:endParaRPr lang="en-US" dirty="0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38" name="Shape 13">
              <a:extLst>
                <a:ext uri="{FF2B5EF4-FFF2-40B4-BE49-F238E27FC236}">
                  <a16:creationId xmlns:a16="http://schemas.microsoft.com/office/drawing/2014/main" id="{7D1D8B08-8182-A06A-BFAC-45639F2D87E4}"/>
                </a:ext>
              </a:extLst>
            </p:cNvPr>
            <p:cNvSpPr/>
            <p:nvPr/>
          </p:nvSpPr>
          <p:spPr>
            <a:xfrm>
              <a:off x="3200400" y="3054096"/>
              <a:ext cx="1737360" cy="0"/>
            </a:xfrm>
            <a:prstGeom prst="line">
              <a:avLst/>
            </a:prstGeom>
            <a:noFill/>
            <a:ln w="15240">
              <a:solidFill>
                <a:srgbClr val="212B49"/>
              </a:solidFill>
              <a:prstDash val="solid"/>
            </a:ln>
          </p:spPr>
          <p:txBody>
            <a:bodyPr/>
            <a:lstStyle/>
            <a:p>
              <a:endParaRPr lang="en-GB"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42" name="Shape 14">
              <a:extLst>
                <a:ext uri="{FF2B5EF4-FFF2-40B4-BE49-F238E27FC236}">
                  <a16:creationId xmlns:a16="http://schemas.microsoft.com/office/drawing/2014/main" id="{7788E720-A364-A649-608B-4265E4B9279F}"/>
                </a:ext>
              </a:extLst>
            </p:cNvPr>
            <p:cNvSpPr/>
            <p:nvPr/>
          </p:nvSpPr>
          <p:spPr>
            <a:xfrm>
              <a:off x="914400" y="4069080"/>
              <a:ext cx="2286000" cy="621792"/>
            </a:xfrm>
            <a:prstGeom prst="roundRect">
              <a:avLst>
                <a:gd name="adj" fmla="val 8824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12700">
              <a:solidFill>
                <a:schemeClr val="accent3"/>
              </a:solidFill>
              <a:prstDash val="solid"/>
            </a:ln>
          </p:spPr>
          <p:txBody>
            <a:bodyPr/>
            <a:lstStyle/>
            <a:p>
              <a:endParaRPr lang="en-GB"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46" name="Text 15">
              <a:extLst>
                <a:ext uri="{FF2B5EF4-FFF2-40B4-BE49-F238E27FC236}">
                  <a16:creationId xmlns:a16="http://schemas.microsoft.com/office/drawing/2014/main" id="{E79C7D64-D6E4-91B0-D08D-D96CFD3F50E7}"/>
                </a:ext>
              </a:extLst>
            </p:cNvPr>
            <p:cNvSpPr/>
            <p:nvPr/>
          </p:nvSpPr>
          <p:spPr>
            <a:xfrm>
              <a:off x="1024128" y="4215384"/>
              <a:ext cx="205740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chemeClr val="accent3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Speed</a:t>
              </a:r>
              <a:endParaRPr lang="en-US" dirty="0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60" name="Shape 16">
              <a:extLst>
                <a:ext uri="{FF2B5EF4-FFF2-40B4-BE49-F238E27FC236}">
                  <a16:creationId xmlns:a16="http://schemas.microsoft.com/office/drawing/2014/main" id="{DCE2ECF5-5AF7-E012-66B8-83DC3DECF44E}"/>
                </a:ext>
              </a:extLst>
            </p:cNvPr>
            <p:cNvSpPr/>
            <p:nvPr/>
          </p:nvSpPr>
          <p:spPr>
            <a:xfrm flipV="1">
              <a:off x="3200400" y="3639312"/>
              <a:ext cx="1737360" cy="740664"/>
            </a:xfrm>
            <a:prstGeom prst="line">
              <a:avLst/>
            </a:prstGeom>
            <a:noFill/>
            <a:ln w="15240">
              <a:solidFill>
                <a:srgbClr val="212B49"/>
              </a:solidFill>
              <a:prstDash val="solid"/>
            </a:ln>
          </p:spPr>
          <p:txBody>
            <a:bodyPr/>
            <a:lstStyle/>
            <a:p>
              <a:endParaRPr lang="en-GB"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63" name="Shape 17">
              <a:extLst>
                <a:ext uri="{FF2B5EF4-FFF2-40B4-BE49-F238E27FC236}">
                  <a16:creationId xmlns:a16="http://schemas.microsoft.com/office/drawing/2014/main" id="{66545ADE-50D9-88E3-DCBD-39A526B0DC5A}"/>
                </a:ext>
              </a:extLst>
            </p:cNvPr>
            <p:cNvSpPr/>
            <p:nvPr/>
          </p:nvSpPr>
          <p:spPr>
            <a:xfrm>
              <a:off x="8686800" y="1417320"/>
              <a:ext cx="2286000" cy="621792"/>
            </a:xfrm>
            <a:prstGeom prst="roundRect">
              <a:avLst>
                <a:gd name="adj" fmla="val 8824"/>
              </a:avLst>
            </a:prstGeom>
            <a:solidFill>
              <a:srgbClr val="FFFFFF"/>
            </a:solidFill>
            <a:ln w="12700">
              <a:solidFill>
                <a:srgbClr val="212B49"/>
              </a:solidFill>
              <a:prstDash val="solid"/>
            </a:ln>
          </p:spPr>
          <p:txBody>
            <a:bodyPr/>
            <a:lstStyle/>
            <a:p>
              <a:endParaRPr lang="en-GB"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102" name="Text 18">
              <a:extLst>
                <a:ext uri="{FF2B5EF4-FFF2-40B4-BE49-F238E27FC236}">
                  <a16:creationId xmlns:a16="http://schemas.microsoft.com/office/drawing/2014/main" id="{65A60904-A6B3-E0AE-3D3E-171A3F35586A}"/>
                </a:ext>
              </a:extLst>
            </p:cNvPr>
            <p:cNvSpPr/>
            <p:nvPr/>
          </p:nvSpPr>
          <p:spPr>
            <a:xfrm>
              <a:off x="8796528" y="1563624"/>
              <a:ext cx="205740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212B49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Data leakage</a:t>
              </a:r>
              <a:endParaRPr lang="en-US" dirty="0"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104" name="Shape 19">
              <a:extLst>
                <a:ext uri="{FF2B5EF4-FFF2-40B4-BE49-F238E27FC236}">
                  <a16:creationId xmlns:a16="http://schemas.microsoft.com/office/drawing/2014/main" id="{896F3E70-351B-5E02-F838-6C040A321C9A}"/>
                </a:ext>
              </a:extLst>
            </p:cNvPr>
            <p:cNvSpPr/>
            <p:nvPr/>
          </p:nvSpPr>
          <p:spPr>
            <a:xfrm flipV="1">
              <a:off x="7086600" y="1728216"/>
              <a:ext cx="1600200" cy="393192"/>
            </a:xfrm>
            <a:prstGeom prst="line">
              <a:avLst/>
            </a:prstGeom>
            <a:noFill/>
            <a:ln w="15240">
              <a:solidFill>
                <a:srgbClr val="212B49"/>
              </a:solidFill>
              <a:prstDash val="solid"/>
            </a:ln>
          </p:spPr>
          <p:txBody>
            <a:bodyPr/>
            <a:lstStyle/>
            <a:p>
              <a:endParaRPr lang="en-GB"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105" name="Shape 20">
              <a:extLst>
                <a:ext uri="{FF2B5EF4-FFF2-40B4-BE49-F238E27FC236}">
                  <a16:creationId xmlns:a16="http://schemas.microsoft.com/office/drawing/2014/main" id="{3B7BEF0F-235D-E54C-6D0D-CD2066DDDEED}"/>
                </a:ext>
              </a:extLst>
            </p:cNvPr>
            <p:cNvSpPr/>
            <p:nvPr/>
          </p:nvSpPr>
          <p:spPr>
            <a:xfrm>
              <a:off x="8686800" y="2743200"/>
              <a:ext cx="2286000" cy="621792"/>
            </a:xfrm>
            <a:prstGeom prst="roundRect">
              <a:avLst>
                <a:gd name="adj" fmla="val 8824"/>
              </a:avLst>
            </a:prstGeom>
            <a:solidFill>
              <a:srgbClr val="FFFFFF"/>
            </a:solidFill>
            <a:ln w="12700">
              <a:solidFill>
                <a:srgbClr val="212B49"/>
              </a:solidFill>
              <a:prstDash val="solid"/>
            </a:ln>
          </p:spPr>
          <p:txBody>
            <a:bodyPr/>
            <a:lstStyle/>
            <a:p>
              <a:endParaRPr lang="en-GB"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117" name="Text 21">
              <a:extLst>
                <a:ext uri="{FF2B5EF4-FFF2-40B4-BE49-F238E27FC236}">
                  <a16:creationId xmlns:a16="http://schemas.microsoft.com/office/drawing/2014/main" id="{A0F4CC1A-B248-158E-FBCA-0E43BB141CC2}"/>
                </a:ext>
              </a:extLst>
            </p:cNvPr>
            <p:cNvSpPr/>
            <p:nvPr/>
          </p:nvSpPr>
          <p:spPr>
            <a:xfrm>
              <a:off x="8796528" y="2889504"/>
              <a:ext cx="205740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212B49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Understandability &amp;</a:t>
              </a:r>
              <a:endParaRPr lang="en-US" dirty="0"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pPr marL="0" indent="0" algn="ctr">
                <a:buNone/>
              </a:pPr>
              <a:r>
                <a:rPr lang="en-US" b="1" dirty="0">
                  <a:solidFill>
                    <a:srgbClr val="212B49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explainability</a:t>
              </a:r>
              <a:endParaRPr lang="en-US" dirty="0"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121" name="Shape 22">
              <a:extLst>
                <a:ext uri="{FF2B5EF4-FFF2-40B4-BE49-F238E27FC236}">
                  <a16:creationId xmlns:a16="http://schemas.microsoft.com/office/drawing/2014/main" id="{0A920DD3-86BC-62DE-C0C7-A355D7D2CA7F}"/>
                </a:ext>
              </a:extLst>
            </p:cNvPr>
            <p:cNvSpPr/>
            <p:nvPr/>
          </p:nvSpPr>
          <p:spPr>
            <a:xfrm>
              <a:off x="7086600" y="3054096"/>
              <a:ext cx="1600200" cy="0"/>
            </a:xfrm>
            <a:prstGeom prst="line">
              <a:avLst/>
            </a:prstGeom>
            <a:noFill/>
            <a:ln w="15240">
              <a:solidFill>
                <a:srgbClr val="212B49"/>
              </a:solidFill>
              <a:prstDash val="solid"/>
            </a:ln>
          </p:spPr>
          <p:txBody>
            <a:bodyPr/>
            <a:lstStyle/>
            <a:p>
              <a:endParaRPr lang="en-GB"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128" name="Shape 23">
              <a:extLst>
                <a:ext uri="{FF2B5EF4-FFF2-40B4-BE49-F238E27FC236}">
                  <a16:creationId xmlns:a16="http://schemas.microsoft.com/office/drawing/2014/main" id="{04BC090F-9BE7-960D-A9BF-A01C5A8EC69C}"/>
                </a:ext>
              </a:extLst>
            </p:cNvPr>
            <p:cNvSpPr/>
            <p:nvPr/>
          </p:nvSpPr>
          <p:spPr>
            <a:xfrm>
              <a:off x="8686800" y="4069080"/>
              <a:ext cx="2286000" cy="621792"/>
            </a:xfrm>
            <a:prstGeom prst="roundRect">
              <a:avLst>
                <a:gd name="adj" fmla="val 8824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12700">
              <a:solidFill>
                <a:schemeClr val="accent3"/>
              </a:solidFill>
              <a:prstDash val="solid"/>
            </a:ln>
          </p:spPr>
          <p:txBody>
            <a:bodyPr/>
            <a:lstStyle/>
            <a:p>
              <a:endParaRPr lang="en-GB"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129" name="Text 24">
              <a:extLst>
                <a:ext uri="{FF2B5EF4-FFF2-40B4-BE49-F238E27FC236}">
                  <a16:creationId xmlns:a16="http://schemas.microsoft.com/office/drawing/2014/main" id="{67199404-EBF0-4DD1-7C8B-6E7124C28389}"/>
                </a:ext>
              </a:extLst>
            </p:cNvPr>
            <p:cNvSpPr/>
            <p:nvPr/>
          </p:nvSpPr>
          <p:spPr>
            <a:xfrm>
              <a:off x="8796528" y="4215384"/>
              <a:ext cx="205740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chemeClr val="accent3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Maintainability &amp;</a:t>
              </a:r>
              <a:endParaRPr lang="en-US" dirty="0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pPr marL="0" indent="0" algn="ctr">
                <a:buNone/>
              </a:pPr>
              <a:r>
                <a:rPr lang="en-US" b="1" dirty="0">
                  <a:solidFill>
                    <a:schemeClr val="accent3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debuggability</a:t>
              </a:r>
              <a:endParaRPr lang="en-US" dirty="0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130" name="Shape 25">
              <a:extLst>
                <a:ext uri="{FF2B5EF4-FFF2-40B4-BE49-F238E27FC236}">
                  <a16:creationId xmlns:a16="http://schemas.microsoft.com/office/drawing/2014/main" id="{6A90A89B-B046-CBD7-F6DD-78956609E411}"/>
                </a:ext>
              </a:extLst>
            </p:cNvPr>
            <p:cNvSpPr/>
            <p:nvPr/>
          </p:nvSpPr>
          <p:spPr>
            <a:xfrm>
              <a:off x="7086600" y="3639312"/>
              <a:ext cx="1600200" cy="740664"/>
            </a:xfrm>
            <a:prstGeom prst="line">
              <a:avLst/>
            </a:prstGeom>
            <a:noFill/>
            <a:ln w="15240">
              <a:solidFill>
                <a:srgbClr val="212B49"/>
              </a:solidFill>
              <a:prstDash val="solid"/>
            </a:ln>
          </p:spPr>
          <p:txBody>
            <a:bodyPr/>
            <a:lstStyle/>
            <a:p>
              <a:endParaRPr lang="en-GB"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95641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7B038611-4A50-3691-3197-CB8205D0AF29}"/>
              </a:ext>
            </a:extLst>
          </p:cNvPr>
          <p:cNvGrpSpPr/>
          <p:nvPr/>
        </p:nvGrpSpPr>
        <p:grpSpPr>
          <a:xfrm>
            <a:off x="46061" y="142443"/>
            <a:ext cx="7551437" cy="2434192"/>
            <a:chOff x="942050" y="387668"/>
            <a:chExt cx="6806186" cy="2434192"/>
          </a:xfrm>
        </p:grpSpPr>
        <p:graphicFrame>
          <p:nvGraphicFramePr>
            <p:cNvPr id="4" name="Diagram 3">
              <a:extLst>
                <a:ext uri="{FF2B5EF4-FFF2-40B4-BE49-F238E27FC236}">
                  <a16:creationId xmlns:a16="http://schemas.microsoft.com/office/drawing/2014/main" id="{ABC584F6-6D13-52B4-D98B-0CA92F1ADFC9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699011025"/>
                </p:ext>
              </p:extLst>
            </p:nvPr>
          </p:nvGraphicFramePr>
          <p:xfrm>
            <a:off x="1061686" y="857250"/>
            <a:ext cx="6673850" cy="138303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graphicFrame>
          <p:nvGraphicFramePr>
            <p:cNvPr id="5" name="Diagram 4">
              <a:extLst>
                <a:ext uri="{FF2B5EF4-FFF2-40B4-BE49-F238E27FC236}">
                  <a16:creationId xmlns:a16="http://schemas.microsoft.com/office/drawing/2014/main" id="{16B7BBF7-64F0-0585-D889-AC7A769C7499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812326125"/>
                </p:ext>
              </p:extLst>
            </p:nvPr>
          </p:nvGraphicFramePr>
          <p:xfrm>
            <a:off x="1061686" y="2400855"/>
            <a:ext cx="6686550" cy="42100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0CFEBF1-4E68-1E6D-2A66-F181CB07F441}"/>
                </a:ext>
              </a:extLst>
            </p:cNvPr>
            <p:cNvGrpSpPr/>
            <p:nvPr/>
          </p:nvGrpSpPr>
          <p:grpSpPr>
            <a:xfrm>
              <a:off x="942050" y="387668"/>
              <a:ext cx="6693535" cy="539115"/>
              <a:chOff x="604520" y="4020820"/>
              <a:chExt cx="6693535" cy="539115"/>
            </a:xfrm>
          </p:grpSpPr>
          <p:sp>
            <p:nvSpPr>
              <p:cNvPr id="6" name="Left Bracket 5">
                <a:extLst>
                  <a:ext uri="{FF2B5EF4-FFF2-40B4-BE49-F238E27FC236}">
                    <a16:creationId xmlns:a16="http://schemas.microsoft.com/office/drawing/2014/main" id="{329F56F6-4889-A8A1-CC8E-4382943DE370}"/>
                  </a:ext>
                </a:extLst>
              </p:cNvPr>
              <p:cNvSpPr/>
              <p:nvPr/>
            </p:nvSpPr>
            <p:spPr>
              <a:xfrm rot="5400000">
                <a:off x="1180148" y="3754437"/>
                <a:ext cx="254000" cy="1240155"/>
              </a:xfrm>
              <a:prstGeom prst="leftBracket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>
                  <a:latin typeface="Inter" panose="02000503000000020004" pitchFamily="2" charset="0"/>
                  <a:ea typeface="Inter" panose="02000503000000020004" pitchFamily="2" charset="0"/>
                </a:endParaRPr>
              </a:p>
            </p:txBody>
          </p: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C09F6C82-B155-EB06-7207-F5DF42DE1DDE}"/>
                  </a:ext>
                </a:extLst>
              </p:cNvPr>
              <p:cNvGrpSpPr/>
              <p:nvPr/>
            </p:nvGrpSpPr>
            <p:grpSpPr>
              <a:xfrm>
                <a:off x="604520" y="4020820"/>
                <a:ext cx="6693535" cy="539115"/>
                <a:chOff x="0" y="0"/>
                <a:chExt cx="6694059" cy="539418"/>
              </a:xfrm>
            </p:grpSpPr>
            <p:sp>
              <p:nvSpPr>
                <p:cNvPr id="8" name="Text Box 9">
                  <a:extLst>
                    <a:ext uri="{FF2B5EF4-FFF2-40B4-BE49-F238E27FC236}">
                      <a16:creationId xmlns:a16="http://schemas.microsoft.com/office/drawing/2014/main" id="{645022D8-59BA-2205-3869-CA1B18DDAE00}"/>
                    </a:ext>
                  </a:extLst>
                </p:cNvPr>
                <p:cNvSpPr txBox="1"/>
                <p:nvPr/>
              </p:nvSpPr>
              <p:spPr>
                <a:xfrm>
                  <a:off x="0" y="254938"/>
                  <a:ext cx="1415332" cy="28448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50000"/>
                    </a:lnSpc>
                    <a:buNone/>
                  </a:pPr>
                  <a:r>
                    <a:rPr lang="en-AU" sz="800" b="1">
                      <a:effectLst/>
                      <a:latin typeface="Inter" panose="02000503000000020004" pitchFamily="2" charset="0"/>
                      <a:ea typeface="Inter" panose="02000503000000020004" pitchFamily="2" charset="0"/>
                    </a:rPr>
                    <a:t>1) What is a ‘forecast’?</a:t>
                  </a:r>
                  <a:endParaRPr lang="en-GB" sz="1100">
                    <a:effectLst/>
                    <a:latin typeface="Inter" panose="02000503000000020004" pitchFamily="2" charset="0"/>
                    <a:ea typeface="Inter" panose="02000503000000020004" pitchFamily="2" charset="0"/>
                  </a:endParaRPr>
                </a:p>
              </p:txBody>
            </p:sp>
            <p:sp>
              <p:nvSpPr>
                <p:cNvPr id="9" name="Text Box 9">
                  <a:extLst>
                    <a:ext uri="{FF2B5EF4-FFF2-40B4-BE49-F238E27FC236}">
                      <a16:creationId xmlns:a16="http://schemas.microsoft.com/office/drawing/2014/main" id="{B60DCB12-81E2-3C85-7E3D-6FF2AB65F3B8}"/>
                    </a:ext>
                  </a:extLst>
                </p:cNvPr>
                <p:cNvSpPr txBox="1"/>
                <p:nvPr/>
              </p:nvSpPr>
              <p:spPr>
                <a:xfrm>
                  <a:off x="4253948" y="223132"/>
                  <a:ext cx="2214245" cy="28448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50000"/>
                    </a:lnSpc>
                    <a:buNone/>
                  </a:pPr>
                  <a:r>
                    <a:rPr lang="en-AU" sz="800" b="1">
                      <a:effectLst/>
                      <a:latin typeface="Inter" panose="02000503000000020004" pitchFamily="2" charset="0"/>
                      <a:ea typeface="Inter" panose="02000503000000020004" pitchFamily="2" charset="0"/>
                    </a:rPr>
                    <a:t>3) How good is ‘this’ forecast?</a:t>
                  </a:r>
                  <a:endParaRPr lang="en-GB" sz="1100">
                    <a:effectLst/>
                    <a:latin typeface="Inter" panose="02000503000000020004" pitchFamily="2" charset="0"/>
                    <a:ea typeface="Inter" panose="02000503000000020004" pitchFamily="2" charset="0"/>
                  </a:endParaRPr>
                </a:p>
              </p:txBody>
            </p:sp>
            <p:sp>
              <p:nvSpPr>
                <p:cNvPr id="10" name="Text Box 9">
                  <a:extLst>
                    <a:ext uri="{FF2B5EF4-FFF2-40B4-BE49-F238E27FC236}">
                      <a16:creationId xmlns:a16="http://schemas.microsoft.com/office/drawing/2014/main" id="{F1AA3B26-D88D-4CA8-DCB8-6B4513959820}"/>
                    </a:ext>
                  </a:extLst>
                </p:cNvPr>
                <p:cNvSpPr txBox="1"/>
                <p:nvPr/>
              </p:nvSpPr>
              <p:spPr>
                <a:xfrm>
                  <a:off x="1319917" y="223132"/>
                  <a:ext cx="2969260" cy="28448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50000"/>
                    </a:lnSpc>
                    <a:buNone/>
                  </a:pPr>
                  <a:r>
                    <a:rPr lang="en-AU" sz="800" b="1">
                      <a:effectLst/>
                      <a:latin typeface="Inter" panose="02000503000000020004" pitchFamily="2" charset="0"/>
                      <a:ea typeface="Inter" panose="02000503000000020004" pitchFamily="2" charset="0"/>
                    </a:rPr>
                    <a:t>2) What is a ‘good’ forecast?*</a:t>
                  </a:r>
                  <a:endParaRPr lang="en-GB" sz="1100">
                    <a:effectLst/>
                    <a:latin typeface="Inter" panose="02000503000000020004" pitchFamily="2" charset="0"/>
                    <a:ea typeface="Inter" panose="02000503000000020004" pitchFamily="2" charset="0"/>
                  </a:endParaRPr>
                </a:p>
              </p:txBody>
            </p:sp>
            <p:sp>
              <p:nvSpPr>
                <p:cNvPr id="11" name="Left Bracket 10">
                  <a:extLst>
                    <a:ext uri="{FF2B5EF4-FFF2-40B4-BE49-F238E27FC236}">
                      <a16:creationId xmlns:a16="http://schemas.microsoft.com/office/drawing/2014/main" id="{37B8C8FB-3AB8-25DA-1E30-D1123EB208C7}"/>
                    </a:ext>
                  </a:extLst>
                </p:cNvPr>
                <p:cNvSpPr/>
                <p:nvPr/>
              </p:nvSpPr>
              <p:spPr>
                <a:xfrm rot="5400000">
                  <a:off x="2145417" y="-1996717"/>
                  <a:ext cx="254000" cy="4455645"/>
                </a:xfrm>
                <a:prstGeom prst="leftBracket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>
                    <a:latin typeface="Inter" panose="02000503000000020004" pitchFamily="2" charset="0"/>
                    <a:ea typeface="Inter" panose="02000503000000020004" pitchFamily="2" charset="0"/>
                  </a:endParaRPr>
                </a:p>
              </p:txBody>
            </p:sp>
            <p:sp>
              <p:nvSpPr>
                <p:cNvPr id="12" name="Left Bracket 11">
                  <a:extLst>
                    <a:ext uri="{FF2B5EF4-FFF2-40B4-BE49-F238E27FC236}">
                      <a16:creationId xmlns:a16="http://schemas.microsoft.com/office/drawing/2014/main" id="{33A3C2FD-45AD-8D97-DCC5-2989514DAA9A}"/>
                    </a:ext>
                  </a:extLst>
                </p:cNvPr>
                <p:cNvSpPr/>
                <p:nvPr/>
              </p:nvSpPr>
              <p:spPr>
                <a:xfrm rot="5400000">
                  <a:off x="3229182" y="-3210878"/>
                  <a:ext cx="254000" cy="6675755"/>
                </a:xfrm>
                <a:prstGeom prst="leftBracket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>
                    <a:latin typeface="Inter" panose="02000503000000020004" pitchFamily="2" charset="0"/>
                    <a:ea typeface="Inter" panose="02000503000000020004" pitchFamily="2" charset="0"/>
                  </a:endParaRPr>
                </a:p>
              </p:txBody>
            </p:sp>
          </p:grpSp>
        </p:grpSp>
      </p:grpSp>
      <p:sp>
        <p:nvSpPr>
          <p:cNvPr id="13" name="Rectangle 10">
            <a:extLst>
              <a:ext uri="{FF2B5EF4-FFF2-40B4-BE49-F238E27FC236}">
                <a16:creationId xmlns:a16="http://schemas.microsoft.com/office/drawing/2014/main" id="{8EAC8CDA-DE68-7B68-AEB1-679E1C61B9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76969435-F0CD-3EFE-A174-7FAC38C94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987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4534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205</Words>
  <Application>Microsoft Office PowerPoint</Application>
  <PresentationFormat>Widescreen</PresentationFormat>
  <Paragraphs>31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Inter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Harsha Halgamuwe Hewage</dc:creator>
  <cp:lastModifiedBy>Harsha Halgamuwe Hewage</cp:lastModifiedBy>
  <cp:revision>6</cp:revision>
  <dcterms:created xsi:type="dcterms:W3CDTF">2026-05-06T14:32:50Z</dcterms:created>
  <dcterms:modified xsi:type="dcterms:W3CDTF">2026-06-10T16:29:44Z</dcterms:modified>
</cp:coreProperties>
</file>